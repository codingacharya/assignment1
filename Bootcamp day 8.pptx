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6ED06-934D-41D4-B4A1-BD37A1081E1B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B8D13-8A4B-44DE-8435-7E0F9055FE4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ingacharya/prompt-engineering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 intelligence and AI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 smtClean="0"/>
              <a:t>Day 8: Prompt Engineering &amp; Intelligent App Integration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Prompt Engineering is the process of designing effective instructions for AI models to produce accurate, relevant, and structured outputs. It is essential when integrating AI into real-world applications.</a:t>
            </a:r>
          </a:p>
          <a:p>
            <a:pPr>
              <a:buNone/>
            </a:pPr>
            <a:r>
              <a:rPr lang="en-US" b="1" dirty="0" smtClean="0"/>
              <a:t>1. Foundations of Prompt Design</a:t>
            </a:r>
          </a:p>
          <a:p>
            <a:r>
              <a:rPr lang="en-US" dirty="0" smtClean="0"/>
              <a:t>A well-designed prompt contains:</a:t>
            </a:r>
          </a:p>
          <a:p>
            <a:pPr>
              <a:buNone/>
            </a:pPr>
            <a:r>
              <a:rPr lang="en-US" b="1" dirty="0" smtClean="0"/>
              <a:t>A. System Role</a:t>
            </a:r>
          </a:p>
          <a:p>
            <a:r>
              <a:rPr lang="en-US" dirty="0" smtClean="0"/>
              <a:t>Defines the AI's behavior and expertise.</a:t>
            </a:r>
          </a:p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You are an expert customer support assistant.</a:t>
            </a:r>
            <a:br>
              <a:rPr lang="en-US" dirty="0" smtClean="0"/>
            </a:br>
            <a:r>
              <a:rPr lang="en-US" dirty="0" smtClean="0"/>
              <a:t>Answer politely and accurately.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B. Context Information</a:t>
            </a:r>
          </a:p>
          <a:p>
            <a:r>
              <a:rPr lang="en-US" dirty="0" smtClean="0"/>
              <a:t>Provides background information for better responses.</a:t>
            </a:r>
          </a:p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Customer Name: John</a:t>
            </a:r>
            <a:br>
              <a:rPr lang="en-US" dirty="0" smtClean="0"/>
            </a:br>
            <a:r>
              <a:rPr lang="en-US" dirty="0" smtClean="0"/>
              <a:t>Order ID: 12345</a:t>
            </a:r>
            <a:br>
              <a:rPr lang="en-US" dirty="0" smtClean="0"/>
            </a:br>
            <a:r>
              <a:rPr lang="en-US" dirty="0" smtClean="0"/>
              <a:t>Product: Wireless Mouse</a:t>
            </a:r>
            <a:br>
              <a:rPr lang="en-US" dirty="0" smtClean="0"/>
            </a:br>
            <a:r>
              <a:rPr lang="en-US" dirty="0" smtClean="0"/>
              <a:t>Issue: Not charging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C. Task Instructions</a:t>
            </a:r>
          </a:p>
          <a:p>
            <a:r>
              <a:rPr lang="en-US" dirty="0" smtClean="0"/>
              <a:t>Clearly specify what the model should do.</a:t>
            </a:r>
          </a:p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Analyze the issue and suggest troubleshooting steps.</a:t>
            </a:r>
          </a:p>
          <a:p>
            <a:pPr>
              <a:buNone/>
            </a:pPr>
            <a:r>
              <a:rPr lang="en-US" b="1" dirty="0" smtClean="0"/>
              <a:t>D. Output Format</a:t>
            </a:r>
          </a:p>
          <a:p>
            <a:r>
              <a:rPr lang="en-US" dirty="0" smtClean="0"/>
              <a:t>Define how the response should appear.</a:t>
            </a:r>
          </a:p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Return:</a:t>
            </a:r>
            <a:br>
              <a:rPr lang="en-US" dirty="0" smtClean="0"/>
            </a:br>
            <a:r>
              <a:rPr lang="en-US" dirty="0" smtClean="0"/>
              <a:t>1. Problem Summary</a:t>
            </a:r>
            <a:br>
              <a:rPr lang="en-US" dirty="0" smtClean="0"/>
            </a:br>
            <a:r>
              <a:rPr lang="en-US" dirty="0" smtClean="0"/>
              <a:t>2. Possible Causes</a:t>
            </a:r>
            <a:br>
              <a:rPr lang="en-US" dirty="0" smtClean="0"/>
            </a:br>
            <a:r>
              <a:rPr lang="en-US" dirty="0" smtClean="0"/>
              <a:t>3. Recommended Solution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/>
              <a:t>Complete Prompt Example</a:t>
            </a:r>
          </a:p>
          <a:p>
            <a:pPr>
              <a:buNone/>
            </a:pPr>
            <a:r>
              <a:rPr lang="en-US" dirty="0" smtClean="0"/>
              <a:t>System:</a:t>
            </a:r>
            <a:br>
              <a:rPr lang="en-US" dirty="0" smtClean="0"/>
            </a:br>
            <a:endParaRPr lang="en-US" dirty="0" smtClean="0"/>
          </a:p>
          <a:p>
            <a:pPr>
              <a:buNone/>
            </a:pPr>
            <a:r>
              <a:rPr lang="en-US" dirty="0" smtClean="0"/>
              <a:t>You are an IT support expert.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Context:</a:t>
            </a:r>
            <a:br>
              <a:rPr lang="en-US" dirty="0" smtClean="0"/>
            </a:br>
            <a:r>
              <a:rPr lang="en-US" dirty="0" smtClean="0"/>
              <a:t>Employee Name: </a:t>
            </a:r>
            <a:r>
              <a:rPr lang="en-US" dirty="0" err="1" smtClean="0"/>
              <a:t>Rahul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Laptop Model: Dell </a:t>
            </a:r>
            <a:r>
              <a:rPr lang="en-US" dirty="0" err="1" smtClean="0"/>
              <a:t>Inspiron</a:t>
            </a:r>
            <a:r>
              <a:rPr lang="en-US" dirty="0" smtClean="0"/>
              <a:t> 15</a:t>
            </a:r>
            <a:br>
              <a:rPr lang="en-US" dirty="0" smtClean="0"/>
            </a:br>
            <a:r>
              <a:rPr lang="en-US" dirty="0" smtClean="0"/>
              <a:t>Issue: Laptop overheating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Task:</a:t>
            </a:r>
            <a:br>
              <a:rPr lang="en-US" dirty="0" smtClean="0"/>
            </a:br>
            <a:r>
              <a:rPr lang="en-US" dirty="0" smtClean="0"/>
              <a:t>Provide troubleshooting guidance.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Output Format:</a:t>
            </a:r>
            <a:br>
              <a:rPr lang="en-US" dirty="0" smtClean="0"/>
            </a:br>
            <a:r>
              <a:rPr lang="en-US" dirty="0" smtClean="0"/>
              <a:t>- Problem Summary</a:t>
            </a:r>
            <a:br>
              <a:rPr lang="en-US" dirty="0" smtClean="0"/>
            </a:br>
            <a:r>
              <a:rPr lang="en-US" dirty="0" smtClean="0"/>
              <a:t>- Causes</a:t>
            </a:r>
            <a:br>
              <a:rPr lang="en-US" dirty="0" smtClean="0"/>
            </a:br>
            <a:r>
              <a:rPr lang="en-US" dirty="0" smtClean="0"/>
              <a:t>- Solutions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Expected Output</a:t>
            </a:r>
          </a:p>
          <a:p>
            <a:pPr>
              <a:buNone/>
            </a:pPr>
            <a:r>
              <a:rPr lang="en-US" dirty="0" smtClean="0"/>
              <a:t>Problem Summary: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Laptop overheating.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Causes:</a:t>
            </a:r>
            <a:br>
              <a:rPr lang="en-US" dirty="0" smtClean="0"/>
            </a:br>
            <a:r>
              <a:rPr lang="en-US" dirty="0" smtClean="0"/>
              <a:t>1. Dust accumulation.</a:t>
            </a:r>
            <a:br>
              <a:rPr lang="en-US" dirty="0" smtClean="0"/>
            </a:br>
            <a:r>
              <a:rPr lang="en-US" dirty="0" smtClean="0"/>
              <a:t>2. High CPU usage.</a:t>
            </a:r>
            <a:br>
              <a:rPr lang="en-US" dirty="0" smtClean="0"/>
            </a:br>
            <a:r>
              <a:rPr lang="en-US" dirty="0" smtClean="0"/>
              <a:t>3. Blocked ventilation.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Solutions:</a:t>
            </a:r>
            <a:br>
              <a:rPr lang="en-US" dirty="0" smtClean="0"/>
            </a:br>
            <a:r>
              <a:rPr lang="en-US" dirty="0" smtClean="0"/>
              <a:t>1. Clean air vents.</a:t>
            </a:r>
            <a:br>
              <a:rPr lang="en-US" dirty="0" smtClean="0"/>
            </a:br>
            <a:r>
              <a:rPr lang="en-US" dirty="0" smtClean="0"/>
              <a:t>2. Close unnecessary applications.</a:t>
            </a:r>
            <a:br>
              <a:rPr lang="en-US" dirty="0" smtClean="0"/>
            </a:br>
            <a:r>
              <a:rPr lang="en-US" dirty="0" smtClean="0"/>
              <a:t>3. Use a cooling pad.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2. Context Injection Frameworks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Context Injection allows applications to provide real-time data from databases, APIs, or documents to the AI.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Why Context Injection?</a:t>
            </a:r>
          </a:p>
          <a:p>
            <a:r>
              <a:rPr lang="en-US" dirty="0" smtClean="0"/>
              <a:t>Without context:</a:t>
            </a:r>
          </a:p>
          <a:p>
            <a:r>
              <a:rPr lang="en-US" dirty="0" smtClean="0"/>
              <a:t>What is the status of order 12345?</a:t>
            </a:r>
          </a:p>
          <a:p>
            <a:r>
              <a:rPr lang="en-US" dirty="0" smtClean="0"/>
              <a:t>AI doesn't know the answer.</a:t>
            </a:r>
          </a:p>
          <a:p>
            <a:r>
              <a:rPr lang="en-US" dirty="0" smtClean="0"/>
              <a:t>With context:</a:t>
            </a:r>
          </a:p>
          <a:p>
            <a:r>
              <a:rPr lang="en-US" dirty="0" smtClean="0"/>
              <a:t>Order 12345:</a:t>
            </a:r>
            <a:br>
              <a:rPr lang="en-US" dirty="0" smtClean="0"/>
            </a:br>
            <a:r>
              <a:rPr lang="en-US" dirty="0" smtClean="0"/>
              <a:t>Customer: John</a:t>
            </a:r>
            <a:br>
              <a:rPr lang="en-US" dirty="0" smtClean="0"/>
            </a:br>
            <a:r>
              <a:rPr lang="en-US" dirty="0" smtClean="0"/>
              <a:t>Status: Shipped</a:t>
            </a:r>
            <a:br>
              <a:rPr lang="en-US" dirty="0" smtClean="0"/>
            </a:br>
            <a:r>
              <a:rPr lang="en-US" dirty="0" smtClean="0"/>
              <a:t>Tracking: TRK789654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Database Context Injection Workflow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dirty="0" smtClean="0"/>
              <a:t>User Query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Backend Fetches Data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Database/API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Prompt Construction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LLM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Response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User Question</a:t>
            </a:r>
          </a:p>
          <a:p>
            <a:r>
              <a:rPr lang="en-US" dirty="0" smtClean="0"/>
              <a:t>Where is my order?</a:t>
            </a:r>
          </a:p>
          <a:p>
            <a:pPr>
              <a:buNone/>
            </a:pPr>
            <a:r>
              <a:rPr lang="en-US" b="1" dirty="0" smtClean="0"/>
              <a:t>Database Result</a:t>
            </a:r>
          </a:p>
          <a:p>
            <a:pPr>
              <a:buNone/>
            </a:pPr>
            <a:r>
              <a:rPr lang="en-US" dirty="0" smtClean="0"/>
              <a:t>   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order_id</a:t>
            </a:r>
            <a:r>
              <a:rPr lang="en-US" dirty="0" smtClean="0"/>
              <a:t>": "12345",</a:t>
            </a:r>
            <a:br>
              <a:rPr lang="en-US" dirty="0" smtClean="0"/>
            </a:br>
            <a:r>
              <a:rPr lang="en-US" dirty="0" smtClean="0"/>
              <a:t>"customer": "John",</a:t>
            </a:r>
            <a:br>
              <a:rPr lang="en-US" dirty="0" smtClean="0"/>
            </a:br>
            <a:r>
              <a:rPr lang="en-US" dirty="0" smtClean="0"/>
              <a:t>"status": "Out for Delivery",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expected_delivery</a:t>
            </a:r>
            <a:r>
              <a:rPr lang="en-US" dirty="0" smtClean="0"/>
              <a:t>": "2025-08-10"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Prompt Sent to AI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You are a customer support assistant.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Order Information:</a:t>
            </a:r>
            <a:br>
              <a:rPr lang="en-US" dirty="0" smtClean="0"/>
            </a:br>
            <a:r>
              <a:rPr lang="en-US" dirty="0" smtClean="0"/>
              <a:t>Order ID: 12345</a:t>
            </a:r>
            <a:br>
              <a:rPr lang="en-US" dirty="0" smtClean="0"/>
            </a:br>
            <a:r>
              <a:rPr lang="en-US" dirty="0" smtClean="0"/>
              <a:t>Status: Out for Delivery</a:t>
            </a:r>
            <a:br>
              <a:rPr lang="en-US" dirty="0" smtClean="0"/>
            </a:br>
            <a:r>
              <a:rPr lang="en-US" dirty="0" smtClean="0"/>
              <a:t>Expected Delivery: 2025-08-10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Answer the customer's question.</a:t>
            </a:r>
          </a:p>
          <a:p>
            <a:pPr>
              <a:buNone/>
            </a:pPr>
            <a:r>
              <a:rPr lang="en-US" b="1" dirty="0" smtClean="0"/>
              <a:t>AI Response</a:t>
            </a:r>
          </a:p>
          <a:p>
            <a:r>
              <a:rPr lang="en-US" dirty="0" smtClean="0"/>
              <a:t>Your order (12345) is currently out for delivery and is expected to arrive on 2025-08-10.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Python Example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4" name="Content Placeholder 3" descr="preomp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1012670"/>
            <a:ext cx="4419600" cy="570102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 smtClean="0"/>
              <a:t>3. Structural JSON Output Enforcement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Applications often require machine-readable outputs rather than plain text.</a:t>
            </a:r>
          </a:p>
          <a:p>
            <a:r>
              <a:rPr lang="en-US" dirty="0" smtClean="0"/>
              <a:t>JSON output makes AI responses easy to process programmatically.</a:t>
            </a:r>
          </a:p>
          <a:p>
            <a:r>
              <a:rPr lang="en-US" b="1" dirty="0" smtClean="0"/>
              <a:t>Unstructured Response</a:t>
            </a:r>
          </a:p>
          <a:p>
            <a:r>
              <a:rPr lang="en-US" dirty="0" smtClean="0"/>
              <a:t>The customer is satisfied and the priority level is low.</a:t>
            </a:r>
          </a:p>
          <a:p>
            <a:r>
              <a:rPr lang="en-US" dirty="0" smtClean="0"/>
              <a:t>Harder for software to parse.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Structured JSON Response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      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customer_sentiment</a:t>
            </a:r>
            <a:r>
              <a:rPr lang="en-US" dirty="0" smtClean="0"/>
              <a:t>": "positive",</a:t>
            </a:r>
            <a:br>
              <a:rPr lang="en-US" dirty="0" smtClean="0"/>
            </a:br>
            <a:r>
              <a:rPr lang="en-US" dirty="0" smtClean="0"/>
              <a:t>"priority": "low"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     </a:t>
            </a:r>
          </a:p>
          <a:p>
            <a:pPr>
              <a:buNone/>
            </a:pPr>
            <a:r>
              <a:rPr lang="en-US" dirty="0" smtClean="0"/>
              <a:t>Easy for applications to process.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Prompt for JSON Output</a:t>
            </a:r>
          </a:p>
          <a:p>
            <a:pPr>
              <a:buNone/>
            </a:pPr>
            <a:r>
              <a:rPr lang="en-US" dirty="0" smtClean="0"/>
              <a:t>Analyze the support ticket.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Return ONLY valid JSON.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Format: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issue_type</a:t>
            </a:r>
            <a:r>
              <a:rPr lang="en-US" dirty="0" smtClean="0"/>
              <a:t>": "",</a:t>
            </a:r>
            <a:br>
              <a:rPr lang="en-US" dirty="0" smtClean="0"/>
            </a:br>
            <a:r>
              <a:rPr lang="en-US" dirty="0" smtClean="0"/>
              <a:t>"priority": "",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recommended_action</a:t>
            </a:r>
            <a:r>
              <a:rPr lang="en-US" dirty="0" smtClean="0"/>
              <a:t>": ""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Example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My internet connection has been down for 3 days.</a:t>
            </a:r>
          </a:p>
          <a:p>
            <a:r>
              <a:rPr lang="en-US" b="1" dirty="0" smtClean="0"/>
              <a:t>AI Output</a:t>
            </a:r>
          </a:p>
          <a:p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issue_type</a:t>
            </a:r>
            <a:r>
              <a:rPr lang="en-US" dirty="0" smtClean="0"/>
              <a:t>": "Network Outage",</a:t>
            </a:r>
            <a:br>
              <a:rPr lang="en-US" dirty="0" smtClean="0"/>
            </a:br>
            <a:r>
              <a:rPr lang="en-US" dirty="0" smtClean="0"/>
              <a:t>"priority": "High",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recommended_action</a:t>
            </a:r>
            <a:r>
              <a:rPr lang="en-US" dirty="0" smtClean="0"/>
              <a:t>": "Escalate to network support team"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Python JSON Parsing Example</a:t>
            </a:r>
            <a:endParaRPr lang="en-US" dirty="0"/>
          </a:p>
        </p:txBody>
      </p:sp>
      <p:pic>
        <p:nvPicPr>
          <p:cNvPr id="4" name="Content Placeholder 3" descr="p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168" y="1447800"/>
            <a:ext cx="5470432" cy="513166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Best Practices for Prompt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Be Specific</a:t>
            </a:r>
          </a:p>
          <a:p>
            <a:r>
              <a:rPr lang="en-US" dirty="0" smtClean="0"/>
              <a:t>❌ Bad</a:t>
            </a:r>
          </a:p>
          <a:p>
            <a:r>
              <a:rPr lang="en-US" dirty="0" smtClean="0"/>
              <a:t>Tell me about Python.</a:t>
            </a:r>
          </a:p>
          <a:p>
            <a:r>
              <a:rPr lang="en-US" dirty="0" smtClean="0"/>
              <a:t>✅ Good</a:t>
            </a:r>
          </a:p>
          <a:p>
            <a:r>
              <a:rPr lang="en-US" dirty="0" smtClean="0"/>
              <a:t>Explain Python's OOP concepts with examples suitable for beginners.</a:t>
            </a:r>
          </a:p>
          <a:p>
            <a:r>
              <a:rPr lang="en-US" b="1" dirty="0" smtClean="0"/>
              <a:t>Provide Context</a:t>
            </a:r>
          </a:p>
          <a:p>
            <a:r>
              <a:rPr lang="en-US" dirty="0" smtClean="0"/>
              <a:t>❌ Bad</a:t>
            </a:r>
          </a:p>
          <a:p>
            <a:r>
              <a:rPr lang="en-US" dirty="0" smtClean="0"/>
              <a:t>Analyze this.</a:t>
            </a:r>
          </a:p>
          <a:p>
            <a:r>
              <a:rPr lang="en-US" dirty="0" smtClean="0"/>
              <a:t>✅ Good</a:t>
            </a:r>
          </a:p>
          <a:p>
            <a:r>
              <a:rPr lang="en-US" dirty="0" smtClean="0"/>
              <a:t>Analyze the sales data and identify the top-performing product.</a:t>
            </a:r>
          </a:p>
          <a:p>
            <a:r>
              <a:rPr lang="en-US" b="1" dirty="0" smtClean="0"/>
              <a:t>Define Output Structure</a:t>
            </a:r>
          </a:p>
          <a:p>
            <a:r>
              <a:rPr lang="en-US" dirty="0" smtClean="0"/>
              <a:t>❌ Bad</a:t>
            </a:r>
          </a:p>
          <a:p>
            <a:r>
              <a:rPr lang="en-US" dirty="0" smtClean="0"/>
              <a:t>Summarize customer feedback.</a:t>
            </a:r>
          </a:p>
          <a:p>
            <a:r>
              <a:rPr lang="en-US" dirty="0" smtClean="0"/>
              <a:t>✅ Good</a:t>
            </a:r>
          </a:p>
          <a:p>
            <a:r>
              <a:rPr lang="en-US" dirty="0" smtClean="0"/>
              <a:t>Return JSON: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"summary": "",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positive_points</a:t>
            </a:r>
            <a:r>
              <a:rPr lang="en-US" dirty="0" smtClean="0"/>
              <a:t>": [],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negative_points</a:t>
            </a:r>
            <a:r>
              <a:rPr lang="en-US" dirty="0" smtClean="0"/>
              <a:t>": []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Use Delimiters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Context:</a:t>
            </a:r>
            <a:br>
              <a:rPr lang="en-US" dirty="0" smtClean="0"/>
            </a:br>
            <a:r>
              <a:rPr lang="en-US" dirty="0" smtClean="0"/>
              <a:t>---</a:t>
            </a:r>
            <a:br>
              <a:rPr lang="en-US" dirty="0" smtClean="0"/>
            </a:br>
            <a:r>
              <a:rPr lang="en-US" dirty="0" smtClean="0"/>
              <a:t>Customer purchased a laptop.</a:t>
            </a:r>
            <a:br>
              <a:rPr lang="en-US" dirty="0" smtClean="0"/>
            </a:br>
            <a:r>
              <a:rPr lang="en-US" dirty="0" smtClean="0"/>
              <a:t>Reported battery issue.</a:t>
            </a:r>
            <a:br>
              <a:rPr lang="en-US" dirty="0" smtClean="0"/>
            </a:br>
            <a:r>
              <a:rPr lang="en-US" dirty="0" smtClean="0"/>
              <a:t>---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Task:</a:t>
            </a:r>
            <a:br>
              <a:rPr lang="en-US" dirty="0" smtClean="0"/>
            </a:br>
            <a:r>
              <a:rPr lang="en-US" dirty="0" smtClean="0"/>
              <a:t>Suggest troubleshooting steps.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Real-World Intelligent App Integration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AI-Powered Job Portal</a:t>
            </a:r>
          </a:p>
          <a:p>
            <a:r>
              <a:rPr lang="en-US" b="1" dirty="0" smtClean="0"/>
              <a:t>User Query:</a:t>
            </a:r>
            <a:endParaRPr lang="en-US" dirty="0" smtClean="0"/>
          </a:p>
          <a:p>
            <a:r>
              <a:rPr lang="en-US" dirty="0" smtClean="0"/>
              <a:t>Find suitable jobs for me.</a:t>
            </a:r>
          </a:p>
          <a:p>
            <a:r>
              <a:rPr lang="en-US" b="1" dirty="0" smtClean="0"/>
              <a:t>Database Context:</a:t>
            </a:r>
            <a:endParaRPr lang="en-US" dirty="0" smtClean="0"/>
          </a:p>
          <a:p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"skills": ["Python", "Machine Learning", "SQL"],</a:t>
            </a:r>
            <a:br>
              <a:rPr lang="en-US" dirty="0" smtClean="0"/>
            </a:br>
            <a:r>
              <a:rPr lang="en-US" dirty="0" smtClean="0"/>
              <a:t>"experience": 2,</a:t>
            </a:r>
            <a:br>
              <a:rPr lang="en-US" dirty="0" smtClean="0"/>
            </a:br>
            <a:r>
              <a:rPr lang="en-US" dirty="0" smtClean="0"/>
              <a:t>"location": "Hyderabad"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r>
              <a:rPr lang="en-US" b="1" dirty="0" smtClean="0"/>
              <a:t>Prompt:</a:t>
            </a:r>
            <a:endParaRPr lang="en-US" dirty="0" smtClean="0"/>
          </a:p>
          <a:p>
            <a:r>
              <a:rPr lang="en-US" dirty="0" smtClean="0"/>
              <a:t>You are a career advisor.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Candidate Profile:</a:t>
            </a:r>
            <a:br>
              <a:rPr lang="en-US" dirty="0" smtClean="0"/>
            </a:br>
            <a:r>
              <a:rPr lang="en-US" dirty="0" smtClean="0"/>
              <a:t>Skills: Python, Machine Learning, SQL</a:t>
            </a:r>
            <a:br>
              <a:rPr lang="en-US" dirty="0" smtClean="0"/>
            </a:br>
            <a:r>
              <a:rPr lang="en-US" dirty="0" smtClean="0"/>
              <a:t>Experience: 2 years</a:t>
            </a:r>
            <a:br>
              <a:rPr lang="en-US" dirty="0" smtClean="0"/>
            </a:br>
            <a:r>
              <a:rPr lang="en-US" dirty="0" smtClean="0"/>
              <a:t>Location: Hyderabad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Recommend 5 suitable jobs.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Return JSON format: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job_title</a:t>
            </a:r>
            <a:r>
              <a:rPr lang="en-US" dirty="0" smtClean="0"/>
              <a:t>":"",</a:t>
            </a:r>
            <a:br>
              <a:rPr lang="en-US" dirty="0" smtClean="0"/>
            </a:br>
            <a:r>
              <a:rPr lang="en-US" dirty="0" smtClean="0"/>
              <a:t>"reason":""</a:t>
            </a:r>
            <a:br>
              <a:rPr lang="en-US" dirty="0" smtClean="0"/>
            </a:br>
            <a:r>
              <a:rPr lang="en-US" dirty="0" smtClean="0"/>
              <a:t>}</a:t>
            </a:r>
          </a:p>
          <a:p>
            <a:r>
              <a:rPr lang="en-US" b="1" dirty="0" smtClean="0"/>
              <a:t>AI Output:</a:t>
            </a:r>
            <a:endParaRPr lang="en-US" dirty="0" smtClean="0"/>
          </a:p>
          <a:p>
            <a:r>
              <a:rPr lang="en-US" dirty="0" smtClean="0"/>
              <a:t>[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job_title</a:t>
            </a:r>
            <a:r>
              <a:rPr lang="en-US" dirty="0" smtClean="0"/>
              <a:t>": "Data Analyst",</a:t>
            </a:r>
            <a:br>
              <a:rPr lang="en-US" dirty="0" smtClean="0"/>
            </a:br>
            <a:r>
              <a:rPr lang="en-US" dirty="0" smtClean="0"/>
              <a:t>"reason": "Strong SQL and Python skills"</a:t>
            </a:r>
            <a:br>
              <a:rPr lang="en-US" dirty="0" smtClean="0"/>
            </a:br>
            <a:r>
              <a:rPr lang="en-US" dirty="0" smtClean="0"/>
              <a:t>},</a:t>
            </a:r>
            <a:br>
              <a:rPr lang="en-US" dirty="0" smtClean="0"/>
            </a:br>
            <a:r>
              <a:rPr lang="en-US" dirty="0" smtClean="0"/>
              <a:t>{</a:t>
            </a:r>
            <a:br>
              <a:rPr lang="en-US" dirty="0" smtClean="0"/>
            </a:br>
            <a:r>
              <a:rPr lang="en-US" dirty="0" smtClean="0"/>
              <a:t>"</a:t>
            </a:r>
            <a:r>
              <a:rPr lang="en-US" dirty="0" err="1" smtClean="0"/>
              <a:t>job_title</a:t>
            </a:r>
            <a:r>
              <a:rPr lang="en-US" dirty="0" smtClean="0"/>
              <a:t>": "ML Engineer",</a:t>
            </a:r>
            <a:br>
              <a:rPr lang="en-US" dirty="0" smtClean="0"/>
            </a:br>
            <a:r>
              <a:rPr lang="en-US" dirty="0" smtClean="0"/>
              <a:t>"reason": "Machine Learning experience"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Prompt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 clear instructions for AI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System Roles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Define AI behavior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Context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Supply real-time database/API data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Output Formatting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Control response structure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JSON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Produce machine-readable results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Intelligent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 AI with applications and databases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Key Formula: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Role</a:t>
            </a:r>
            <a:br>
              <a:rPr lang="en-US" dirty="0" smtClean="0"/>
            </a:br>
            <a:r>
              <a:rPr lang="en-US" dirty="0" smtClean="0"/>
              <a:t>+ Context Data</a:t>
            </a:r>
            <a:br>
              <a:rPr lang="en-US" dirty="0" smtClean="0"/>
            </a:br>
            <a:r>
              <a:rPr lang="en-US" dirty="0" smtClean="0"/>
              <a:t>+ Clear Task</a:t>
            </a:r>
            <a:br>
              <a:rPr lang="en-US" dirty="0" smtClean="0"/>
            </a:br>
            <a:r>
              <a:rPr lang="en-US" dirty="0" smtClean="0"/>
              <a:t>+ Output Format</a:t>
            </a:r>
            <a:br>
              <a:rPr lang="en-US" dirty="0" smtClean="0"/>
            </a:br>
            <a:r>
              <a:rPr lang="en-US" dirty="0" smtClean="0"/>
              <a:t>= Reliable AI Responses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clone </a:t>
            </a:r>
            <a:r>
              <a:rPr lang="en-US" u="sng" dirty="0">
                <a:hlinkClick r:id="rId2"/>
              </a:rPr>
              <a:t>https://github.com/codingacharya/prompt-engineering.git</a:t>
            </a:r>
            <a:endParaRPr lang="en-US" dirty="0"/>
          </a:p>
          <a:p>
            <a:r>
              <a:rPr lang="en-US" dirty="0" err="1"/>
              <a:t>cd</a:t>
            </a:r>
            <a:r>
              <a:rPr lang="en-US" dirty="0"/>
              <a:t> prompt-engineering</a:t>
            </a:r>
          </a:p>
          <a:p>
            <a:r>
              <a:rPr lang="en-US" dirty="0"/>
              <a:t>pip install </a:t>
            </a:r>
            <a:r>
              <a:rPr lang="en-US" dirty="0" err="1"/>
              <a:t>streamlit</a:t>
            </a:r>
            <a:r>
              <a:rPr lang="en-US" dirty="0"/>
              <a:t> pandas </a:t>
            </a:r>
            <a:r>
              <a:rPr lang="en-US" dirty="0" err="1"/>
              <a:t>openai</a:t>
            </a:r>
            <a:r>
              <a:rPr lang="en-US" dirty="0"/>
              <a:t> python-</a:t>
            </a:r>
            <a:r>
              <a:rPr lang="en-US" dirty="0" err="1"/>
              <a:t>dotenv</a:t>
            </a:r>
            <a:endParaRPr lang="en-US" dirty="0"/>
          </a:p>
          <a:p>
            <a:r>
              <a:rPr lang="en-US" dirty="0" err="1"/>
              <a:t>streamlit</a:t>
            </a:r>
            <a:r>
              <a:rPr lang="en-US" dirty="0"/>
              <a:t> run app2.py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431</Words>
  <Application>Microsoft Office PowerPoint</Application>
  <PresentationFormat>On-screen Show (4:3)</PresentationFormat>
  <Paragraphs>118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ACE Engineering College</vt:lpstr>
      <vt:lpstr>Day 8: Prompt Engineering &amp; Intelligent App Integration </vt:lpstr>
      <vt:lpstr>Slide 3</vt:lpstr>
      <vt:lpstr>Slide 4</vt:lpstr>
      <vt:lpstr>Slide 5</vt:lpstr>
      <vt:lpstr>Slide 6</vt:lpstr>
      <vt:lpstr>2. Context Injection Frameworks </vt:lpstr>
      <vt:lpstr>Database Context Injection Workflow </vt:lpstr>
      <vt:lpstr>Example </vt:lpstr>
      <vt:lpstr>Prompt Sent to AI </vt:lpstr>
      <vt:lpstr>Python Example </vt:lpstr>
      <vt:lpstr>3. Structural JSON Output Enforcement </vt:lpstr>
      <vt:lpstr>Structured JSON Response </vt:lpstr>
      <vt:lpstr>Example Input</vt:lpstr>
      <vt:lpstr>Python JSON Parsing Example</vt:lpstr>
      <vt:lpstr>Best Practices for Prompt Engineering</vt:lpstr>
      <vt:lpstr>Use Delimiters </vt:lpstr>
      <vt:lpstr>Real-World Intelligent App Integration Example</vt:lpstr>
      <vt:lpstr>Slide 19</vt:lpstr>
      <vt:lpstr>Summary</vt:lpstr>
      <vt:lpstr>Key Formula: </vt:lpstr>
      <vt:lpstr>Project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 Engineering College</dc:title>
  <dc:creator>Aceec</dc:creator>
  <cp:lastModifiedBy>Aceec</cp:lastModifiedBy>
  <cp:revision>2</cp:revision>
  <dcterms:created xsi:type="dcterms:W3CDTF">2026-06-25T05:03:46Z</dcterms:created>
  <dcterms:modified xsi:type="dcterms:W3CDTF">2026-06-25T05:14:36Z</dcterms:modified>
</cp:coreProperties>
</file>