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5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43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00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39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25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02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96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68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05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05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98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12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D98B9-52CC-4F42-B8DC-768C1AD271D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DF71F-2DF6-4925-8691-86E2A80FD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BOOTCAMP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</a:p>
          <a:p>
            <a:r>
              <a:rPr lang="en-US" dirty="0" smtClean="0"/>
              <a:t>TOPIC : DATA INTELLIGENCE AND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411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Day 4: Statistical Distribution Analytics with </a:t>
            </a:r>
            <a:r>
              <a:rPr lang="en-US" dirty="0" err="1" smtClean="0"/>
              <a:t>Seaborn</a:t>
            </a:r>
            <a:r>
              <a:rPr lang="en-US" dirty="0" smtClean="0"/>
              <a:t> Charts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 smtClean="0"/>
              <a:t>1. Introduction to </a:t>
            </a:r>
            <a:r>
              <a:rPr lang="en-US" b="1" dirty="0" err="1" smtClean="0"/>
              <a:t>Seaborn</a:t>
            </a:r>
            <a:endParaRPr lang="en-US" b="1" dirty="0" smtClean="0"/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/>
              <a:t>What is </a:t>
            </a:r>
            <a:r>
              <a:rPr lang="en-US" b="1" dirty="0" err="1" smtClean="0"/>
              <a:t>Seaborn</a:t>
            </a:r>
            <a:r>
              <a:rPr lang="en-US" b="1" dirty="0" smtClean="0"/>
              <a:t>?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Seaborn</a:t>
            </a:r>
            <a:r>
              <a:rPr lang="en-US" dirty="0" smtClean="0"/>
              <a:t> is a Python data visualization library built on top of 	</a:t>
            </a:r>
            <a:r>
              <a:rPr lang="en-US" b="1" dirty="0" err="1" smtClean="0"/>
              <a:t>Matplotlib</a:t>
            </a:r>
            <a:r>
              <a:rPr lang="en-US" dirty="0" smtClean="0"/>
              <a:t>. It provides a high-level interface for creating 	attractive and informative statistical graphics with less code.</a:t>
            </a:r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/>
              <a:t>Why Use </a:t>
            </a:r>
            <a:r>
              <a:rPr lang="en-US" b="1" dirty="0" err="1" smtClean="0"/>
              <a:t>Seaborn</a:t>
            </a:r>
            <a:r>
              <a:rPr lang="en-US" b="1" dirty="0" smtClean="0"/>
              <a:t>?</a:t>
            </a:r>
          </a:p>
          <a:p>
            <a:pPr algn="just"/>
            <a:r>
              <a:rPr lang="en-US" dirty="0" smtClean="0"/>
              <a:t>Beautiful default themes and styles </a:t>
            </a:r>
          </a:p>
          <a:p>
            <a:pPr algn="just"/>
            <a:r>
              <a:rPr lang="en-US" dirty="0" smtClean="0"/>
              <a:t>Simplified syntax for statistical visualizations </a:t>
            </a:r>
          </a:p>
          <a:p>
            <a:pPr algn="just"/>
            <a:r>
              <a:rPr lang="en-US" dirty="0" smtClean="0"/>
              <a:t>Easy integration with </a:t>
            </a:r>
            <a:r>
              <a:rPr lang="en-US" b="1" dirty="0" smtClean="0"/>
              <a:t>Pandas </a:t>
            </a:r>
            <a:r>
              <a:rPr lang="en-US" b="1" dirty="0" err="1" smtClean="0"/>
              <a:t>DataFrames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Built-in support for complex statistical plots </a:t>
            </a:r>
          </a:p>
          <a:p>
            <a:pPr algn="just"/>
            <a:r>
              <a:rPr lang="en-US" dirty="0" smtClean="0"/>
              <a:t>Better visualization of distributions and relationships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74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Installation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pip install </a:t>
            </a:r>
            <a:r>
              <a:rPr lang="en-IN" dirty="0" err="1" smtClean="0"/>
              <a:t>seaborn</a:t>
            </a:r>
            <a:endParaRPr lang="en-IN" dirty="0" smtClean="0"/>
          </a:p>
          <a:p>
            <a:endParaRPr lang="en-US" dirty="0"/>
          </a:p>
          <a:p>
            <a:pPr marL="0" indent="0">
              <a:buNone/>
            </a:pPr>
            <a:r>
              <a:rPr lang="en-IN" b="1" dirty="0" smtClean="0"/>
              <a:t>Importing Libraries</a:t>
            </a:r>
          </a:p>
          <a:p>
            <a:endParaRPr lang="en-US" dirty="0"/>
          </a:p>
          <a:p>
            <a:r>
              <a:rPr lang="en-IN" dirty="0" smtClean="0"/>
              <a:t>import pandas as </a:t>
            </a:r>
            <a:r>
              <a:rPr lang="en-IN" dirty="0" err="1" smtClean="0"/>
              <a:t>pd</a:t>
            </a:r>
            <a:endParaRPr lang="en-IN" dirty="0" smtClean="0"/>
          </a:p>
          <a:p>
            <a:r>
              <a:rPr lang="en-IN" dirty="0" smtClean="0"/>
              <a:t>import </a:t>
            </a:r>
            <a:r>
              <a:rPr lang="en-IN" dirty="0" err="1" smtClean="0"/>
              <a:t>numpy</a:t>
            </a:r>
            <a:r>
              <a:rPr lang="en-IN" dirty="0" smtClean="0"/>
              <a:t> as </a:t>
            </a:r>
            <a:r>
              <a:rPr lang="en-IN" dirty="0" err="1" smtClean="0"/>
              <a:t>np</a:t>
            </a:r>
            <a:endParaRPr lang="en-IN" dirty="0" smtClean="0"/>
          </a:p>
          <a:p>
            <a:r>
              <a:rPr lang="en-IN" dirty="0" smtClean="0"/>
              <a:t>import </a:t>
            </a:r>
            <a:r>
              <a:rPr lang="en-IN" dirty="0" err="1" smtClean="0"/>
              <a:t>matplotlib.pyplot</a:t>
            </a:r>
            <a:r>
              <a:rPr lang="en-IN" dirty="0" smtClean="0"/>
              <a:t> as </a:t>
            </a:r>
            <a:r>
              <a:rPr lang="en-IN" dirty="0" err="1" smtClean="0"/>
              <a:t>plt</a:t>
            </a:r>
            <a:endParaRPr lang="en-IN" dirty="0" smtClean="0"/>
          </a:p>
          <a:p>
            <a:r>
              <a:rPr lang="en-IN" dirty="0" smtClean="0"/>
              <a:t>import </a:t>
            </a:r>
            <a:r>
              <a:rPr lang="en-IN" dirty="0" err="1" smtClean="0"/>
              <a:t>seaborn</a:t>
            </a:r>
            <a:r>
              <a:rPr lang="en-IN" dirty="0" smtClean="0"/>
              <a:t> as </a:t>
            </a:r>
            <a:r>
              <a:rPr lang="en-IN" dirty="0" err="1" smtClean="0"/>
              <a:t>sns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# Set plot style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err="1" smtClean="0"/>
              <a:t>sns.set_style</a:t>
            </a:r>
            <a:r>
              <a:rPr lang="en-IN" dirty="0" smtClean="0"/>
              <a:t>("</a:t>
            </a:r>
            <a:r>
              <a:rPr lang="en-IN" dirty="0" err="1" smtClean="0"/>
              <a:t>whitegrid</a:t>
            </a:r>
            <a:r>
              <a:rPr lang="en-IN" dirty="0" smtClean="0"/>
              <a:t>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31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2. Density Distributions (Histograms)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What is a Histogram?</a:t>
            </a:r>
          </a:p>
          <a:p>
            <a:pPr marL="0" indent="0">
              <a:buNone/>
            </a:pPr>
            <a:r>
              <a:rPr lang="en-US" dirty="0" smtClean="0"/>
              <a:t>A histogram divides numerical data into intervals called </a:t>
            </a:r>
            <a:r>
              <a:rPr lang="en-US" b="1" dirty="0" smtClean="0"/>
              <a:t>bins</a:t>
            </a:r>
            <a:r>
              <a:rPr lang="en-US" dirty="0" smtClean="0"/>
              <a:t> and shows how many observations fall into each bin.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Purpose</a:t>
            </a:r>
          </a:p>
          <a:p>
            <a:r>
              <a:rPr lang="en-US" dirty="0" smtClean="0"/>
              <a:t>Understand data distribution </a:t>
            </a:r>
          </a:p>
          <a:p>
            <a:r>
              <a:rPr lang="en-US" dirty="0" smtClean="0"/>
              <a:t>Detect </a:t>
            </a:r>
            <a:r>
              <a:rPr lang="en-US" dirty="0" err="1" smtClean="0"/>
              <a:t>skewness</a:t>
            </a:r>
            <a:r>
              <a:rPr lang="en-US" dirty="0" smtClean="0"/>
              <a:t> </a:t>
            </a:r>
          </a:p>
          <a:p>
            <a:r>
              <a:rPr lang="en-US" dirty="0" smtClean="0"/>
              <a:t>Identify clusters </a:t>
            </a:r>
          </a:p>
          <a:p>
            <a:r>
              <a:rPr lang="en-US" dirty="0" smtClean="0"/>
              <a:t>Spot gaps in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1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Data.csv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850601"/>
              </p:ext>
            </p:extLst>
          </p:nvPr>
        </p:nvGraphicFramePr>
        <p:xfrm>
          <a:off x="457200" y="1600200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Experience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59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import pandas as </a:t>
            </a:r>
            <a:r>
              <a:rPr lang="en-IN" dirty="0" err="1" smtClean="0"/>
              <a:t>pd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 smtClean="0"/>
              <a:t>seaborn</a:t>
            </a:r>
            <a:r>
              <a:rPr lang="en-IN" dirty="0" smtClean="0"/>
              <a:t> as </a:t>
            </a:r>
            <a:r>
              <a:rPr lang="en-IN" dirty="0" err="1" smtClean="0"/>
              <a:t>sns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 smtClean="0"/>
              <a:t>matplotlib.pyplot</a:t>
            </a:r>
            <a:r>
              <a:rPr lang="en-IN" dirty="0" smtClean="0"/>
              <a:t> as </a:t>
            </a:r>
            <a:r>
              <a:rPr lang="en-IN" dirty="0" err="1" smtClean="0"/>
              <a:t>plt</a:t>
            </a: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pd.read_csv</a:t>
            </a:r>
            <a:r>
              <a:rPr lang="en-IN" dirty="0" smtClean="0"/>
              <a:t>("data.csv")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Histogram Using </a:t>
            </a:r>
            <a:r>
              <a:rPr lang="en-IN" b="1" dirty="0" err="1" smtClean="0"/>
              <a:t>Seaborn</a:t>
            </a:r>
            <a:endParaRPr lang="en-IN" b="1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err="1" smtClean="0"/>
              <a:t>sns.histplot</a:t>
            </a:r>
            <a:r>
              <a:rPr lang="en-IN" dirty="0" smtClean="0"/>
              <a:t>(</a:t>
            </a:r>
            <a:r>
              <a:rPr lang="en-IN" dirty="0" err="1" smtClean="0"/>
              <a:t>df</a:t>
            </a:r>
            <a:r>
              <a:rPr lang="en-IN" dirty="0" smtClean="0"/>
              <a:t>['Salary'], bins=10)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plt.title</a:t>
            </a:r>
            <a:r>
              <a:rPr lang="en-IN" dirty="0" smtClean="0"/>
              <a:t>("Salary Distribution")</a:t>
            </a:r>
          </a:p>
          <a:p>
            <a:pPr marL="0" indent="0">
              <a:buNone/>
            </a:pPr>
            <a:r>
              <a:rPr lang="en-IN" dirty="0" err="1" smtClean="0"/>
              <a:t>plt.xlabel</a:t>
            </a:r>
            <a:r>
              <a:rPr lang="en-IN" dirty="0" smtClean="0"/>
              <a:t>("Salary")</a:t>
            </a:r>
          </a:p>
          <a:p>
            <a:pPr marL="0" indent="0">
              <a:buNone/>
            </a:pPr>
            <a:r>
              <a:rPr lang="en-IN" dirty="0" err="1" smtClean="0"/>
              <a:t>plt.ylabel</a:t>
            </a:r>
            <a:r>
              <a:rPr lang="en-IN" dirty="0" smtClean="0"/>
              <a:t>("Frequency")</a:t>
            </a:r>
          </a:p>
          <a:p>
            <a:pPr marL="0" indent="0">
              <a:buNone/>
            </a:pPr>
            <a:r>
              <a:rPr lang="en-IN" dirty="0" err="1" smtClean="0"/>
              <a:t>plt.show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59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Histogram with KDE Curve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KDE (Kernel Density Estimation) provides a smooth density curve.</a:t>
            </a:r>
          </a:p>
          <a:p>
            <a:endParaRPr lang="en-US" dirty="0"/>
          </a:p>
          <a:p>
            <a:r>
              <a:rPr lang="en-IN" dirty="0" err="1" smtClean="0"/>
              <a:t>sns.histplot</a:t>
            </a:r>
            <a:r>
              <a:rPr lang="en-IN" dirty="0" smtClean="0"/>
              <a:t>(</a:t>
            </a:r>
            <a:r>
              <a:rPr lang="en-IN" dirty="0" err="1" smtClean="0"/>
              <a:t>df</a:t>
            </a:r>
            <a:r>
              <a:rPr lang="en-IN" dirty="0" smtClean="0"/>
              <a:t>['Salary'],             </a:t>
            </a:r>
          </a:p>
          <a:p>
            <a:pPr marL="0" indent="0">
              <a:buNone/>
            </a:pPr>
            <a:r>
              <a:rPr lang="en-IN" dirty="0" smtClean="0"/>
              <a:t>		bins=10,             </a:t>
            </a:r>
          </a:p>
          <a:p>
            <a:pPr marL="0" indent="0">
              <a:buNone/>
            </a:pPr>
            <a:r>
              <a:rPr lang="en-IN" dirty="0" smtClean="0"/>
              <a:t>		</a:t>
            </a:r>
            <a:r>
              <a:rPr lang="en-IN" dirty="0" err="1" smtClean="0"/>
              <a:t>kde</a:t>
            </a:r>
            <a:r>
              <a:rPr lang="en-IN" dirty="0" smtClean="0"/>
              <a:t>=True)</a:t>
            </a:r>
          </a:p>
          <a:p>
            <a:pPr marL="0" indent="0">
              <a:buNone/>
            </a:pPr>
            <a:r>
              <a:rPr lang="en-IN" dirty="0" err="1" smtClean="0"/>
              <a:t>plt.show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979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 Outlier Detection Using Box Plots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What is a Box Plot?</a:t>
            </a:r>
          </a:p>
          <a:p>
            <a:pPr marL="0" indent="0">
              <a:buNone/>
            </a:pPr>
            <a:r>
              <a:rPr lang="en-IN" dirty="0" smtClean="0"/>
              <a:t>A box plot summarizes a dataset using:</a:t>
            </a:r>
          </a:p>
          <a:p>
            <a:r>
              <a:rPr lang="en-IN" dirty="0" smtClean="0"/>
              <a:t>Minimum value </a:t>
            </a:r>
          </a:p>
          <a:p>
            <a:r>
              <a:rPr lang="en-IN" dirty="0" smtClean="0"/>
              <a:t>First Quartile (Q1) </a:t>
            </a:r>
          </a:p>
          <a:p>
            <a:r>
              <a:rPr lang="en-IN" dirty="0" smtClean="0"/>
              <a:t>Median (Q2) </a:t>
            </a:r>
          </a:p>
          <a:p>
            <a:r>
              <a:rPr lang="en-IN" dirty="0" smtClean="0"/>
              <a:t>Third Quartile (Q3) </a:t>
            </a:r>
          </a:p>
          <a:p>
            <a:r>
              <a:rPr lang="en-IN" dirty="0" smtClean="0"/>
              <a:t>Maximum value </a:t>
            </a:r>
          </a:p>
          <a:p>
            <a:r>
              <a:rPr lang="en-IN" dirty="0" smtClean="0"/>
              <a:t>Outliers </a:t>
            </a:r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Why Use Box Plots?</a:t>
            </a:r>
          </a:p>
          <a:p>
            <a:r>
              <a:rPr lang="en-IN" dirty="0" smtClean="0"/>
              <a:t>Detect unusual values </a:t>
            </a:r>
          </a:p>
          <a:p>
            <a:r>
              <a:rPr lang="en-IN" dirty="0" smtClean="0"/>
              <a:t>Compare distributions </a:t>
            </a:r>
          </a:p>
          <a:p>
            <a:r>
              <a:rPr lang="en-IN" dirty="0" smtClean="0"/>
              <a:t>Understand spread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31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Creating a Box Plot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 smtClean="0"/>
              <a:t>sns.boxplot</a:t>
            </a:r>
            <a:r>
              <a:rPr lang="en-IN" dirty="0" smtClean="0"/>
              <a:t>(x=</a:t>
            </a:r>
            <a:r>
              <a:rPr lang="en-IN" dirty="0" err="1" smtClean="0"/>
              <a:t>df</a:t>
            </a:r>
            <a:r>
              <a:rPr lang="en-IN" dirty="0" smtClean="0"/>
              <a:t>['Salary'])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plt.title</a:t>
            </a:r>
            <a:r>
              <a:rPr lang="en-IN" dirty="0" smtClean="0"/>
              <a:t>("Salary Box Plot")</a:t>
            </a:r>
          </a:p>
          <a:p>
            <a:pPr marL="0" indent="0">
              <a:buNone/>
            </a:pPr>
            <a:r>
              <a:rPr lang="en-IN" dirty="0" err="1" smtClean="0"/>
              <a:t>plt.show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65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Box plot observation 200 value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salary = [30,35,40,45,50,55,60,65,70,200]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dirty="0" err="1" smtClean="0"/>
              <a:t>sns.boxplot</a:t>
            </a:r>
            <a:r>
              <a:rPr lang="en-IN" dirty="0" smtClean="0"/>
              <a:t>(x=salary)</a:t>
            </a:r>
            <a:r>
              <a:rPr lang="en-IN" dirty="0" err="1" smtClean="0"/>
              <a:t>plt.show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126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Calculating Correlation Matrix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 smtClean="0"/>
              <a:t>corr_matrix</a:t>
            </a:r>
            <a:r>
              <a:rPr lang="en-IN" dirty="0" smtClean="0"/>
              <a:t> = </a:t>
            </a:r>
            <a:r>
              <a:rPr lang="en-IN" dirty="0" err="1" smtClean="0"/>
              <a:t>df.corr</a:t>
            </a:r>
            <a:r>
              <a:rPr lang="en-IN" dirty="0" smtClean="0"/>
              <a:t>(</a:t>
            </a:r>
            <a:r>
              <a:rPr lang="en-IN" dirty="0" err="1" smtClean="0"/>
              <a:t>numeric_only</a:t>
            </a:r>
            <a:r>
              <a:rPr lang="en-IN" dirty="0" smtClean="0"/>
              <a:t>=True)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corr_matrix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1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Creating a </a:t>
            </a:r>
            <a:r>
              <a:rPr lang="en-IN" dirty="0" err="1" smtClean="0"/>
              <a:t>Heatmap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 smtClean="0"/>
              <a:t>plt.figure</a:t>
            </a:r>
            <a:r>
              <a:rPr lang="en-IN" dirty="0" smtClean="0"/>
              <a:t>(</a:t>
            </a:r>
            <a:r>
              <a:rPr lang="en-IN" dirty="0" err="1" smtClean="0"/>
              <a:t>figsize</a:t>
            </a:r>
            <a:r>
              <a:rPr lang="en-IN" dirty="0" smtClean="0"/>
              <a:t>=(8,6))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sns.heatmap</a:t>
            </a:r>
            <a:r>
              <a:rPr lang="en-IN" dirty="0" smtClean="0"/>
              <a:t>(</a:t>
            </a:r>
            <a:r>
              <a:rPr lang="en-IN" dirty="0" err="1" smtClean="0"/>
              <a:t>corr_matrix</a:t>
            </a:r>
            <a:r>
              <a:rPr lang="en-IN" dirty="0" smtClean="0"/>
              <a:t>,            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annot</a:t>
            </a:r>
            <a:r>
              <a:rPr lang="en-IN" dirty="0" smtClean="0"/>
              <a:t>=True,            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cmap</a:t>
            </a:r>
            <a:r>
              <a:rPr lang="en-IN" dirty="0" smtClean="0"/>
              <a:t>='</a:t>
            </a:r>
            <a:r>
              <a:rPr lang="en-IN" dirty="0" err="1" smtClean="0"/>
              <a:t>coolwarm</a:t>
            </a:r>
            <a:r>
              <a:rPr lang="en-IN" dirty="0" smtClean="0"/>
              <a:t>',            </a:t>
            </a:r>
          </a:p>
          <a:p>
            <a:pPr marL="0" indent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fmt</a:t>
            </a:r>
            <a:r>
              <a:rPr lang="en-IN" dirty="0" smtClean="0"/>
              <a:t>='.2f')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plt.title</a:t>
            </a:r>
            <a:r>
              <a:rPr lang="en-IN" dirty="0" smtClean="0"/>
              <a:t>("Correlation </a:t>
            </a:r>
            <a:r>
              <a:rPr lang="en-IN" dirty="0" err="1" smtClean="0"/>
              <a:t>Heatmap</a:t>
            </a:r>
            <a:r>
              <a:rPr lang="en-IN" dirty="0" smtClean="0"/>
              <a:t>")</a:t>
            </a:r>
          </a:p>
          <a:p>
            <a:pPr marL="0" indent="0">
              <a:buNone/>
            </a:pPr>
            <a:r>
              <a:rPr lang="en-IN" dirty="0" err="1" smtClean="0"/>
              <a:t>plt.show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78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Heatmap</a:t>
            </a:r>
            <a:r>
              <a:rPr lang="en-IN" dirty="0" smtClean="0"/>
              <a:t> Interpretation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 smtClean="0"/>
              <a:t>Color</a:t>
            </a:r>
            <a:r>
              <a:rPr lang="en-IN" dirty="0" smtClean="0"/>
              <a:t> Meaning: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🔴</a:t>
            </a:r>
            <a:r>
              <a:rPr lang="en-IN" dirty="0" smtClean="0"/>
              <a:t> Dark Red → Strong Positive Correlation</a:t>
            </a:r>
          </a:p>
          <a:p>
            <a:r>
              <a:rPr lang="en-IN" dirty="0" smtClean="0"/>
              <a:t>⚪ White → Neutral</a:t>
            </a:r>
          </a:p>
          <a:p>
            <a:r>
              <a:rPr lang="en-IN" dirty="0" smtClean="0">
                <a:solidFill>
                  <a:schemeClr val="tx2"/>
                </a:solidFill>
              </a:rPr>
              <a:t>🔵</a:t>
            </a:r>
            <a:r>
              <a:rPr lang="en-IN" dirty="0" smtClean="0"/>
              <a:t> Dark Blue → Strong Negative Correlation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10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Code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1129260"/>
            <a:ext cx="3225276" cy="5324076"/>
          </a:xfrm>
        </p:spPr>
      </p:pic>
    </p:spTree>
    <p:extLst>
      <p:ext uri="{BB962C8B-B14F-4D97-AF65-F5344CB8AC3E}">
        <p14:creationId xmlns:p14="http://schemas.microsoft.com/office/powerpoint/2010/main" val="704723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310</Words>
  <Application>Microsoft Office PowerPoint</Application>
  <PresentationFormat>On-screen Show (4:3)</PresentationFormat>
  <Paragraphs>124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BOOTCAMP</vt:lpstr>
      <vt:lpstr>Day 4: Statistical Distribution Analytics with Seaborn Charts</vt:lpstr>
      <vt:lpstr>Installation</vt:lpstr>
      <vt:lpstr>2. Density Distributions (Histograms)</vt:lpstr>
      <vt:lpstr>Data.csv</vt:lpstr>
      <vt:lpstr>Example Dataset</vt:lpstr>
      <vt:lpstr>Histogram with KDE Curve</vt:lpstr>
      <vt:lpstr>3. Outlier Detection Using Box Plots</vt:lpstr>
      <vt:lpstr>Creating a Box Plot</vt:lpstr>
      <vt:lpstr>Box plot observation 200 value</vt:lpstr>
      <vt:lpstr>Calculating Correlation Matrix</vt:lpstr>
      <vt:lpstr>Creating a Heatmap</vt:lpstr>
      <vt:lpstr>Heatmap Interpretation</vt:lpstr>
      <vt:lpstr>Complete 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</dc:title>
  <dc:creator>ACE</dc:creator>
  <cp:lastModifiedBy>ACE</cp:lastModifiedBy>
  <cp:revision>11</cp:revision>
  <dcterms:created xsi:type="dcterms:W3CDTF">2026-06-15T09:04:18Z</dcterms:created>
  <dcterms:modified xsi:type="dcterms:W3CDTF">2026-06-15T10:46:44Z</dcterms:modified>
</cp:coreProperties>
</file>