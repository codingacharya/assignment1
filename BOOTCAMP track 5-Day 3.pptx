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82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05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22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70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39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885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56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22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35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00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489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19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86503-952E-4440-9497-A99C36F824D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95464-BE44-4E7A-BA43-AF2DE8C6A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249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ingacharya/assignment3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BOOTCAMP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ACE ENGINEERING COLLEGE</a:t>
            </a:r>
          </a:p>
          <a:p>
            <a:r>
              <a:rPr lang="en-US" dirty="0" smtClean="0"/>
              <a:t>TOPIC : DATA INTELLIGENCE AND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642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Day 3: Spreadsheet Mastery — Loading, Cleaning &amp; Visualizing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1. Pandas Foundations</a:t>
            </a:r>
          </a:p>
          <a:p>
            <a:r>
              <a:rPr lang="en-US" b="1" dirty="0" smtClean="0"/>
              <a:t>Pandas</a:t>
            </a:r>
            <a:r>
              <a:rPr lang="en-US" dirty="0" smtClean="0"/>
              <a:t> is a powerful Python library used for working with spreadsheets and tabular data.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IN" dirty="0" smtClean="0"/>
              <a:t>Import Pandas</a:t>
            </a:r>
            <a:endParaRPr lang="en-US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import pandas as </a:t>
            </a:r>
            <a:r>
              <a:rPr lang="en-IN" dirty="0" err="1" smtClean="0"/>
              <a:t>pd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940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Load a CSV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 smtClean="0"/>
              <a:t>df</a:t>
            </a:r>
            <a:r>
              <a:rPr lang="en-IN" dirty="0" smtClean="0"/>
              <a:t> = </a:t>
            </a:r>
            <a:r>
              <a:rPr lang="en-IN" dirty="0" err="1" smtClean="0"/>
              <a:t>pd.read_csv</a:t>
            </a:r>
            <a:r>
              <a:rPr lang="en-IN" dirty="0" smtClean="0"/>
              <a:t>("sales_data.csv")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View First Few Rows</a:t>
            </a:r>
            <a:endParaRPr lang="en-US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df.head</a:t>
            </a:r>
            <a:r>
              <a:rPr lang="en-IN" dirty="0" smtClean="0"/>
              <a:t>())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IN" dirty="0" smtClean="0"/>
              <a:t>Get Dataset Information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print(df.info())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457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2. Data Manipulation &amp; Cleaning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Real-world datasets often contain:</a:t>
            </a:r>
          </a:p>
          <a:p>
            <a:r>
              <a:rPr lang="en-US" dirty="0" smtClean="0"/>
              <a:t>Missing values </a:t>
            </a:r>
          </a:p>
          <a:p>
            <a:r>
              <a:rPr lang="en-US" dirty="0" smtClean="0"/>
              <a:t>Duplicate records </a:t>
            </a:r>
          </a:p>
          <a:p>
            <a:r>
              <a:rPr lang="en-US" dirty="0" smtClean="0"/>
              <a:t>Incorrect data </a:t>
            </a:r>
          </a:p>
          <a:p>
            <a:r>
              <a:rPr lang="en-US" b="1" dirty="0" smtClean="0"/>
              <a:t>Check for Missing Values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df.isnull</a:t>
            </a:r>
            <a:r>
              <a:rPr lang="en-IN" dirty="0" smtClean="0"/>
              <a:t>().sum())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5487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Remove Duplicate Rows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err="1" smtClean="0"/>
              <a:t>df</a:t>
            </a:r>
            <a:r>
              <a:rPr lang="en-IN" dirty="0" smtClean="0"/>
              <a:t> = </a:t>
            </a:r>
            <a:r>
              <a:rPr lang="en-IN" dirty="0" err="1" smtClean="0"/>
              <a:t>df.drop_duplicates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Fill Missing Values with Mean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df</a:t>
            </a:r>
            <a:r>
              <a:rPr lang="en-US" dirty="0" smtClean="0"/>
              <a:t>['Sales'] = </a:t>
            </a:r>
            <a:r>
              <a:rPr lang="en-US" dirty="0" err="1" smtClean="0"/>
              <a:t>df</a:t>
            </a:r>
            <a:r>
              <a:rPr lang="en-US" dirty="0" smtClean="0"/>
              <a:t>['Sales'].</a:t>
            </a:r>
            <a:r>
              <a:rPr lang="en-US" dirty="0" err="1" smtClean="0"/>
              <a:t>fillna</a:t>
            </a:r>
            <a:r>
              <a:rPr lang="en-US" dirty="0" smtClean="0"/>
              <a:t>(</a:t>
            </a:r>
            <a:r>
              <a:rPr lang="en-US" dirty="0" err="1" smtClean="0"/>
              <a:t>df</a:t>
            </a:r>
            <a:r>
              <a:rPr lang="en-US" dirty="0" smtClean="0"/>
              <a:t>['Sales'].mean())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 smtClean="0"/>
              <a:t>Fill multiple columns: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err="1" smtClean="0"/>
              <a:t>df.fillna</a:t>
            </a:r>
            <a:r>
              <a:rPr lang="en-IN" dirty="0" smtClean="0"/>
              <a:t>(</a:t>
            </a:r>
            <a:r>
              <a:rPr lang="en-IN" dirty="0" err="1" smtClean="0"/>
              <a:t>df.mean</a:t>
            </a:r>
            <a:r>
              <a:rPr lang="en-IN" dirty="0" smtClean="0"/>
              <a:t>(</a:t>
            </a:r>
            <a:r>
              <a:rPr lang="en-IN" dirty="0" err="1" smtClean="0"/>
              <a:t>numeric_only</a:t>
            </a:r>
            <a:r>
              <a:rPr lang="en-IN" dirty="0" smtClean="0"/>
              <a:t>=True), </a:t>
            </a:r>
            <a:r>
              <a:rPr lang="en-IN" dirty="0" err="1" smtClean="0"/>
              <a:t>inplace</a:t>
            </a:r>
            <a:r>
              <a:rPr lang="en-IN" dirty="0" smtClean="0"/>
              <a:t>=True)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 smtClean="0"/>
              <a:t>Verify Cleaning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df.isnull</a:t>
            </a:r>
            <a:r>
              <a:rPr lang="en-IN" dirty="0" smtClean="0"/>
              <a:t>().sum())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223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3. Group Summaries using </a:t>
            </a:r>
            <a:r>
              <a:rPr lang="en-US" dirty="0" err="1" smtClean="0"/>
              <a:t>GroupBy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Suppose we have a dataset: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035337"/>
              </p:ext>
            </p:extLst>
          </p:nvPr>
        </p:nvGraphicFramePr>
        <p:xfrm>
          <a:off x="1547664" y="270892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Salary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40000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60000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45000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70000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09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Average Salary by Department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err="1" smtClean="0"/>
              <a:t>avg_salary</a:t>
            </a:r>
            <a:r>
              <a:rPr lang="en-US" dirty="0" smtClean="0"/>
              <a:t> = </a:t>
            </a:r>
            <a:r>
              <a:rPr lang="en-US" dirty="0" err="1" smtClean="0"/>
              <a:t>df.groupby</a:t>
            </a:r>
            <a:r>
              <a:rPr lang="en-US" dirty="0" smtClean="0"/>
              <a:t>('Department')['Salary'].mean()</a:t>
            </a:r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avg_salary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 smtClean="0"/>
              <a:t>Multiple Statistics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summary = </a:t>
            </a:r>
            <a:r>
              <a:rPr lang="en-IN" dirty="0" err="1" smtClean="0"/>
              <a:t>df.groupby</a:t>
            </a:r>
            <a:r>
              <a:rPr lang="en-IN" dirty="0" smtClean="0"/>
              <a:t>('Department')['Salary'].</a:t>
            </a:r>
            <a:r>
              <a:rPr lang="en-IN" dirty="0" err="1" smtClean="0"/>
              <a:t>agg</a:t>
            </a:r>
            <a:r>
              <a:rPr lang="en-IN" dirty="0" smtClean="0"/>
              <a:t>(    ['mean', 'max', 'min', 'count']</a:t>
            </a:r>
          </a:p>
          <a:p>
            <a:pPr marL="0" indent="0">
              <a:buNone/>
            </a:pPr>
            <a:r>
              <a:rPr lang="en-IN" dirty="0" smtClean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print(summary)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4. Instant Trend Charts with </a:t>
            </a:r>
            <a:r>
              <a:rPr lang="en-US" dirty="0" err="1" smtClean="0"/>
              <a:t>Matplotlib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Import Libraries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import pandas as </a:t>
            </a:r>
            <a:r>
              <a:rPr lang="en-US" dirty="0" err="1" smtClean="0"/>
              <a:t>pd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971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 Graph (Trend Over Time)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2895607"/>
              </p:ext>
            </p:extLst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Feb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150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250</a:t>
                      </a:r>
                      <a:endParaRPr lang="en-IN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588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 Graph (Trend Over Time)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err="1" smtClean="0"/>
              <a:t>df</a:t>
            </a:r>
            <a:r>
              <a:rPr lang="en-IN" dirty="0" smtClean="0"/>
              <a:t> = </a:t>
            </a:r>
            <a:r>
              <a:rPr lang="en-IN" dirty="0" err="1" smtClean="0"/>
              <a:t>pd.read_csv</a:t>
            </a:r>
            <a:r>
              <a:rPr lang="en-IN" dirty="0" smtClean="0"/>
              <a:t>("monthly_sales.csv")</a:t>
            </a:r>
          </a:p>
          <a:p>
            <a:pPr marL="0" indent="0">
              <a:buNone/>
            </a:pPr>
            <a:r>
              <a:rPr lang="en-IN" dirty="0" err="1" smtClean="0"/>
              <a:t>df.plot</a:t>
            </a:r>
            <a:r>
              <a:rPr lang="en-IN" dirty="0" smtClean="0"/>
              <a:t>(    </a:t>
            </a:r>
          </a:p>
          <a:p>
            <a:pPr marL="0" indent="0">
              <a:buNone/>
            </a:pPr>
            <a:r>
              <a:rPr lang="en-IN" dirty="0" smtClean="0"/>
              <a:t>	x='Month',    </a:t>
            </a:r>
          </a:p>
          <a:p>
            <a:pPr marL="0" indent="0">
              <a:buNone/>
            </a:pPr>
            <a:r>
              <a:rPr lang="en-IN" dirty="0" smtClean="0"/>
              <a:t>	y='Sales',    </a:t>
            </a:r>
          </a:p>
          <a:p>
            <a:pPr marL="0" indent="0">
              <a:buNone/>
            </a:pPr>
            <a:r>
              <a:rPr lang="en-IN" dirty="0" smtClean="0"/>
              <a:t>	kind='line',    </a:t>
            </a:r>
          </a:p>
          <a:p>
            <a:pPr marL="0" indent="0">
              <a:buNone/>
            </a:pPr>
            <a:r>
              <a:rPr lang="en-IN" dirty="0" smtClean="0"/>
              <a:t>	title='Monthly Sales Trend‘</a:t>
            </a:r>
          </a:p>
          <a:p>
            <a:pPr marL="0" indent="0">
              <a:buNone/>
            </a:pPr>
            <a:r>
              <a:rPr lang="en-IN" dirty="0" smtClean="0"/>
              <a:t>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plt.show</a:t>
            </a:r>
            <a:r>
              <a:rPr lang="en-IN" dirty="0" smtClean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4605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Bar Chart (Category Comparison)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1700080"/>
              </p:ext>
            </p:extLst>
          </p:nvPr>
        </p:nvGraphicFramePr>
        <p:xfrm>
          <a:off x="457200" y="1600200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Sales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Mobile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700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Tablet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873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 smtClean="0"/>
              <a:t>df.plot</a:t>
            </a:r>
            <a:r>
              <a:rPr lang="en-US" dirty="0" smtClean="0"/>
              <a:t>(    </a:t>
            </a:r>
          </a:p>
          <a:p>
            <a:pPr marL="0" indent="0">
              <a:buNone/>
            </a:pPr>
            <a:r>
              <a:rPr lang="en-US" dirty="0" smtClean="0"/>
              <a:t>	x='Product',    </a:t>
            </a:r>
          </a:p>
          <a:p>
            <a:pPr marL="0" indent="0">
              <a:buNone/>
            </a:pPr>
            <a:r>
              <a:rPr lang="en-US" dirty="0" smtClean="0"/>
              <a:t>	y='Sales',    </a:t>
            </a:r>
          </a:p>
          <a:p>
            <a:pPr marL="0" indent="0">
              <a:buNone/>
            </a:pPr>
            <a:r>
              <a:rPr lang="en-US" dirty="0" smtClean="0"/>
              <a:t>	kind='bar',    </a:t>
            </a:r>
          </a:p>
          <a:p>
            <a:pPr marL="0" indent="0">
              <a:buNone/>
            </a:pPr>
            <a:r>
              <a:rPr lang="en-US" dirty="0" smtClean="0"/>
              <a:t>	title='Product Sales Comparison‘</a:t>
            </a:r>
          </a:p>
          <a:p>
            <a:pPr marL="0" indent="0">
              <a:buNone/>
            </a:pP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360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code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1078764"/>
            <a:ext cx="4392488" cy="5661649"/>
          </a:xfrm>
        </p:spPr>
      </p:pic>
    </p:spTree>
    <p:extLst>
      <p:ext uri="{BB962C8B-B14F-4D97-AF65-F5344CB8AC3E}">
        <p14:creationId xmlns:p14="http://schemas.microsoft.com/office/powerpoint/2010/main" val="1572419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Employees.csv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6092046"/>
              </p:ext>
            </p:extLst>
          </p:nvPr>
        </p:nvGraphicFramePr>
        <p:xfrm>
          <a:off x="611560" y="908720"/>
          <a:ext cx="8229600" cy="593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800" dirty="0" err="1" smtClean="0"/>
                        <a:t>EmployeeID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Name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Department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Age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Salary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Experience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101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Alice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HR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28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50000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5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102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Bob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IT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25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40000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6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103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Charlie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Finance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26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60000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9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104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David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HR</a:t>
                      </a:r>
                      <a:endParaRPr lang="en-IN" sz="800" dirty="0" smtClean="0"/>
                    </a:p>
                    <a:p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23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30000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8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105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Emma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IT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25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7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106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Frank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Finance</a:t>
                      </a:r>
                      <a:endParaRPr lang="en-IN" sz="800" dirty="0" smtClean="0"/>
                    </a:p>
                    <a:p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26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80000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4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107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Grace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HR</a:t>
                      </a:r>
                      <a:endParaRPr lang="en-IN" sz="800" dirty="0" smtClean="0"/>
                    </a:p>
                    <a:p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28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90000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56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108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Helen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Finance</a:t>
                      </a:r>
                      <a:endParaRPr lang="en-IN" sz="800" dirty="0" smtClean="0"/>
                    </a:p>
                    <a:p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29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15000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109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Ian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HR</a:t>
                      </a:r>
                      <a:endParaRPr lang="en-IN" sz="800" dirty="0" smtClean="0"/>
                    </a:p>
                    <a:p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25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60000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5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110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Jack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Finance</a:t>
                      </a:r>
                      <a:endParaRPr lang="en-IN" sz="800" dirty="0" smtClean="0"/>
                    </a:p>
                    <a:p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30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15000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5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111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Kate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HR</a:t>
                      </a:r>
                      <a:endParaRPr lang="en-IN" sz="800" dirty="0" smtClean="0"/>
                    </a:p>
                    <a:p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25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150000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112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Liam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IT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26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200000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6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113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Mia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HR</a:t>
                      </a:r>
                      <a:endParaRPr lang="en-IN" sz="800" dirty="0" smtClean="0"/>
                    </a:p>
                    <a:p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21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30000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5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114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err="1" smtClean="0"/>
                        <a:t>Noa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IT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24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50000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4</a:t>
                      </a:r>
                      <a:endParaRPr lang="en-IN" sz="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115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Olivia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/>
                        <a:t>Finance</a:t>
                      </a:r>
                      <a:endParaRPr lang="en-IN" sz="800" dirty="0" smtClean="0"/>
                    </a:p>
                    <a:p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23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20000</a:t>
                      </a:r>
                      <a:endParaRPr lang="en-I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/>
                        <a:t>8</a:t>
                      </a:r>
                      <a:endParaRPr lang="en-IN" sz="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903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Dataset for practice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369529"/>
              </p:ext>
            </p:extLst>
          </p:nvPr>
        </p:nvGraphicFramePr>
        <p:xfrm>
          <a:off x="457200" y="1600200"/>
          <a:ext cx="8229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Department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Marks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Alice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85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Bob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Charlie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David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David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6195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Load the file. </a:t>
            </a:r>
          </a:p>
          <a:p>
            <a:r>
              <a:rPr lang="en-US" dirty="0" smtClean="0"/>
              <a:t>Display first 5 rows. </a:t>
            </a:r>
          </a:p>
          <a:p>
            <a:r>
              <a:rPr lang="en-US" dirty="0" smtClean="0"/>
              <a:t>Find missing values. </a:t>
            </a:r>
          </a:p>
          <a:p>
            <a:r>
              <a:rPr lang="en-US" dirty="0" smtClean="0"/>
              <a:t>Fill missing marks with average marks. </a:t>
            </a:r>
          </a:p>
          <a:p>
            <a:r>
              <a:rPr lang="en-US" dirty="0" smtClean="0"/>
              <a:t>Remove duplicate rows. </a:t>
            </a:r>
          </a:p>
          <a:p>
            <a:r>
              <a:rPr lang="en-US" dirty="0" smtClean="0"/>
              <a:t>Calculate average marks by department. </a:t>
            </a:r>
          </a:p>
          <a:p>
            <a:r>
              <a:rPr lang="en-US" dirty="0" smtClean="0"/>
              <a:t>Create a bar chart of department-wise average marks.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264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Step 1: Load the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import pandas as </a:t>
            </a:r>
            <a:r>
              <a:rPr lang="en-IN" dirty="0" err="1" smtClean="0"/>
              <a:t>pd</a:t>
            </a: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df</a:t>
            </a:r>
            <a:r>
              <a:rPr lang="en-IN" dirty="0" smtClean="0"/>
              <a:t> = </a:t>
            </a:r>
            <a:r>
              <a:rPr lang="en-IN" dirty="0" err="1" smtClean="0"/>
              <a:t>pd.read_csv</a:t>
            </a:r>
            <a:r>
              <a:rPr lang="en-IN" dirty="0" smtClean="0"/>
              <a:t>("students.csv")</a:t>
            </a:r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df</a:t>
            </a:r>
            <a:r>
              <a:rPr lang="en-IN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798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2: Display First 5 Rows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df.head</a:t>
            </a:r>
            <a:r>
              <a:rPr lang="en-IN" dirty="0" smtClean="0"/>
              <a:t>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Step 3: Find Missing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df.isnull</a:t>
            </a:r>
            <a:r>
              <a:rPr lang="en-IN" dirty="0" smtClean="0"/>
              <a:t>().sum())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Step 4: Fill Missing Marks with Average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df</a:t>
            </a:r>
            <a:r>
              <a:rPr lang="en-US" dirty="0" smtClean="0"/>
              <a:t>["Marks"] = </a:t>
            </a:r>
            <a:r>
              <a:rPr lang="en-US" dirty="0" err="1" smtClean="0"/>
              <a:t>df</a:t>
            </a:r>
            <a:r>
              <a:rPr lang="en-US" dirty="0" smtClean="0"/>
              <a:t>["Marks"].</a:t>
            </a:r>
            <a:r>
              <a:rPr lang="en-US" dirty="0" err="1" smtClean="0"/>
              <a:t>fillna</a:t>
            </a:r>
            <a:r>
              <a:rPr lang="en-US" dirty="0" smtClean="0"/>
              <a:t>(</a:t>
            </a:r>
            <a:r>
              <a:rPr lang="en-US" dirty="0" err="1" smtClean="0"/>
              <a:t>df</a:t>
            </a:r>
            <a:r>
              <a:rPr lang="en-US" dirty="0" smtClean="0"/>
              <a:t>["Marks"].mean())</a:t>
            </a:r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df</a:t>
            </a:r>
            <a:r>
              <a:rPr lang="en-US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856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5: Remove Duplicate Rows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 err="1" smtClean="0"/>
              <a:t>df</a:t>
            </a:r>
            <a:r>
              <a:rPr lang="en-IN" dirty="0" smtClean="0"/>
              <a:t> = </a:t>
            </a:r>
            <a:r>
              <a:rPr lang="en-IN" dirty="0" err="1" smtClean="0"/>
              <a:t>df.drop_duplicates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df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Step 6: Calculate Average Marks by Department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dept_avg</a:t>
            </a:r>
            <a:r>
              <a:rPr lang="en-US" dirty="0" smtClean="0"/>
              <a:t> = </a:t>
            </a:r>
            <a:r>
              <a:rPr lang="en-US" dirty="0" err="1" smtClean="0"/>
              <a:t>df.groupby</a:t>
            </a:r>
            <a:r>
              <a:rPr lang="en-US" dirty="0" smtClean="0"/>
              <a:t>("Department")["Marks"].mean()</a:t>
            </a:r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dept_avg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Step 7: Create a Bar Chart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matplotlib.pyplot</a:t>
            </a:r>
            <a:r>
              <a:rPr lang="en-US" dirty="0" smtClean="0"/>
              <a:t> as </a:t>
            </a:r>
            <a:r>
              <a:rPr lang="en-US" dirty="0" err="1" smtClean="0"/>
              <a:t>plt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dept_avg.plot</a:t>
            </a:r>
            <a:r>
              <a:rPr lang="en-US" dirty="0" smtClean="0"/>
              <a:t>(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kind="bar",    </a:t>
            </a:r>
          </a:p>
          <a:p>
            <a:pPr marL="0" indent="0">
              <a:buNone/>
            </a:pPr>
            <a:r>
              <a:rPr lang="en-US" dirty="0" smtClean="0"/>
              <a:t>	title="Average Marks by Department“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plt.xlabel</a:t>
            </a:r>
            <a:r>
              <a:rPr lang="en-US" dirty="0" smtClean="0"/>
              <a:t>("Department")</a:t>
            </a:r>
          </a:p>
          <a:p>
            <a:pPr marL="0" indent="0">
              <a:buNone/>
            </a:pPr>
            <a:r>
              <a:rPr lang="en-US" dirty="0" err="1" smtClean="0"/>
              <a:t>plt.ylabel</a:t>
            </a:r>
            <a:r>
              <a:rPr lang="en-US" dirty="0" smtClean="0"/>
              <a:t>("Average Marks")</a:t>
            </a:r>
          </a:p>
          <a:p>
            <a:pPr marL="0" indent="0">
              <a:buNone/>
            </a:pPr>
            <a:r>
              <a:rPr lang="en-US" dirty="0" err="1" smtClean="0"/>
              <a:t>plt.show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2099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code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149774"/>
            <a:ext cx="3816424" cy="5531177"/>
          </a:xfrm>
        </p:spPr>
      </p:pic>
    </p:spTree>
    <p:extLst>
      <p:ext uri="{BB962C8B-B14F-4D97-AF65-F5344CB8AC3E}">
        <p14:creationId xmlns:p14="http://schemas.microsoft.com/office/powerpoint/2010/main" val="2080370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Assignment: The 5-Year Corporate Sales Audit &amp; Performance Trend Dashboard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Tasks and Solutions</a:t>
            </a:r>
          </a:p>
          <a:p>
            <a:pPr marL="0" indent="0">
              <a:buNone/>
            </a:pPr>
            <a:r>
              <a:rPr lang="en-US" b="1" dirty="0" smtClean="0"/>
              <a:t>Task 1: Load the Dataset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 smtClean="0"/>
              <a:t>import pandas as </a:t>
            </a:r>
            <a:r>
              <a:rPr lang="en-US" dirty="0" err="1" smtClean="0"/>
              <a:t>pd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pd.read_csv</a:t>
            </a:r>
            <a:r>
              <a:rPr lang="en-US" dirty="0" smtClean="0"/>
              <a:t>("corporate_sales.csv")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df.head</a:t>
            </a:r>
            <a:r>
              <a:rPr lang="en-US" dirty="0" smtClean="0"/>
              <a:t>())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4065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2: Inspect Dataset Structure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/>
              <a:t>print(df.info())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Task 3: Detect Missing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print(</a:t>
            </a:r>
            <a:r>
              <a:rPr lang="en-IN" dirty="0" err="1" smtClean="0"/>
              <a:t>df.isnull</a:t>
            </a:r>
            <a:r>
              <a:rPr lang="en-IN" dirty="0" smtClean="0"/>
              <a:t>().sum())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Task 4: Fill Missing Values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df</a:t>
            </a:r>
            <a:r>
              <a:rPr lang="en-US" dirty="0" smtClean="0"/>
              <a:t>["Sales"] = </a:t>
            </a:r>
            <a:r>
              <a:rPr lang="en-US" dirty="0" err="1" smtClean="0"/>
              <a:t>df</a:t>
            </a:r>
            <a:r>
              <a:rPr lang="en-US" dirty="0" smtClean="0"/>
              <a:t>["Sales"].</a:t>
            </a:r>
            <a:r>
              <a:rPr lang="en-US" dirty="0" err="1" smtClean="0"/>
              <a:t>fillna</a:t>
            </a:r>
            <a:r>
              <a:rPr lang="en-US" dirty="0" smtClean="0"/>
              <a:t>(</a:t>
            </a:r>
            <a:r>
              <a:rPr lang="en-US" dirty="0" err="1" smtClean="0"/>
              <a:t>df</a:t>
            </a:r>
            <a:r>
              <a:rPr lang="en-US" dirty="0" smtClean="0"/>
              <a:t>["Sales"].mean())</a:t>
            </a:r>
            <a:r>
              <a:rPr lang="en-US" dirty="0" err="1" smtClean="0"/>
              <a:t>df</a:t>
            </a:r>
            <a:r>
              <a:rPr lang="en-US" dirty="0" smtClean="0"/>
              <a:t>["Profit"] = </a:t>
            </a:r>
            <a:r>
              <a:rPr lang="en-US" dirty="0" err="1" smtClean="0"/>
              <a:t>df</a:t>
            </a:r>
            <a:r>
              <a:rPr lang="en-US" dirty="0" smtClean="0"/>
              <a:t>["Profit"].</a:t>
            </a:r>
            <a:r>
              <a:rPr lang="en-US" dirty="0" err="1" smtClean="0"/>
              <a:t>fillna</a:t>
            </a:r>
            <a:r>
              <a:rPr lang="en-US" dirty="0" smtClean="0"/>
              <a:t>(</a:t>
            </a:r>
            <a:r>
              <a:rPr lang="en-US" dirty="0" err="1" smtClean="0"/>
              <a:t>df</a:t>
            </a:r>
            <a:r>
              <a:rPr lang="en-US" dirty="0" smtClean="0"/>
              <a:t>["Profit"].mean())</a:t>
            </a:r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df.isnull</a:t>
            </a:r>
            <a:r>
              <a:rPr lang="en-US" dirty="0" smtClean="0"/>
              <a:t>().sum())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2445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5: Remove Duplicate Records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 smtClean="0"/>
              <a:t>print("Before:", </a:t>
            </a:r>
            <a:r>
              <a:rPr lang="en-IN" dirty="0" err="1" smtClean="0"/>
              <a:t>len</a:t>
            </a:r>
            <a:r>
              <a:rPr lang="en-IN" dirty="0" smtClean="0"/>
              <a:t>(</a:t>
            </a:r>
            <a:r>
              <a:rPr lang="en-IN" dirty="0" err="1" smtClean="0"/>
              <a:t>df</a:t>
            </a:r>
            <a:r>
              <a:rPr lang="en-IN" dirty="0" smtClean="0"/>
              <a:t>))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df</a:t>
            </a:r>
            <a:r>
              <a:rPr lang="en-IN" dirty="0" smtClean="0"/>
              <a:t> = </a:t>
            </a:r>
            <a:r>
              <a:rPr lang="en-IN" dirty="0" err="1" smtClean="0"/>
              <a:t>df.drop_duplicates</a:t>
            </a:r>
            <a:r>
              <a:rPr lang="en-IN" dirty="0" smtClean="0"/>
              <a:t>()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print("After:", </a:t>
            </a:r>
            <a:r>
              <a:rPr lang="en-IN" dirty="0" err="1" smtClean="0"/>
              <a:t>len</a:t>
            </a:r>
            <a:r>
              <a:rPr lang="en-IN" dirty="0" smtClean="0"/>
              <a:t>(</a:t>
            </a:r>
            <a:r>
              <a:rPr lang="en-IN" dirty="0" err="1" smtClean="0"/>
              <a:t>df</a:t>
            </a:r>
            <a:r>
              <a:rPr lang="en-IN" dirty="0" smtClean="0"/>
              <a:t>))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Task 6: Calculate Average Sales by Region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region_sales</a:t>
            </a:r>
            <a:r>
              <a:rPr lang="en-US" dirty="0" smtClean="0"/>
              <a:t> = </a:t>
            </a:r>
            <a:r>
              <a:rPr lang="en-US" dirty="0" err="1" smtClean="0"/>
              <a:t>df.groupby</a:t>
            </a:r>
            <a:r>
              <a:rPr lang="en-US" dirty="0" smtClean="0"/>
              <a:t>("Region")["Sales"].mean()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region_sales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Task 7: Calculate Average Profit by Region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region_profit</a:t>
            </a:r>
            <a:r>
              <a:rPr lang="en-US" dirty="0" smtClean="0"/>
              <a:t> = </a:t>
            </a:r>
            <a:r>
              <a:rPr lang="en-US" dirty="0" err="1" smtClean="0"/>
              <a:t>df.groupby</a:t>
            </a:r>
            <a:r>
              <a:rPr lang="en-US" dirty="0" smtClean="0"/>
              <a:t>("Region")["Profit"].mean()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region_profit</a:t>
            </a:r>
            <a:r>
              <a:rPr lang="en-US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9612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8: Total Sales by Year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yearly_sales</a:t>
            </a:r>
            <a:r>
              <a:rPr lang="en-US" dirty="0" smtClean="0"/>
              <a:t> = </a:t>
            </a:r>
            <a:r>
              <a:rPr lang="en-US" dirty="0" err="1" smtClean="0"/>
              <a:t>df.groupby</a:t>
            </a:r>
            <a:r>
              <a:rPr lang="en-US" dirty="0" smtClean="0"/>
              <a:t>("Year")["Sales"].sum()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print(</a:t>
            </a:r>
            <a:r>
              <a:rPr lang="en-US" dirty="0" err="1" smtClean="0"/>
              <a:t>yearly_sales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Task 9: Create Sales Trend Line Chart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smtClean="0"/>
              <a:t>import </a:t>
            </a:r>
            <a:r>
              <a:rPr lang="en-IN" dirty="0" err="1" smtClean="0"/>
              <a:t>matplotlib.pyplot</a:t>
            </a:r>
            <a:r>
              <a:rPr lang="en-IN" dirty="0" smtClean="0"/>
              <a:t> as </a:t>
            </a:r>
            <a:r>
              <a:rPr lang="en-IN" dirty="0" err="1" smtClean="0"/>
              <a:t>plt</a:t>
            </a:r>
            <a:endParaRPr lang="en-IN" dirty="0" smtClean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yearly_sales.plot</a:t>
            </a:r>
            <a:r>
              <a:rPr lang="en-IN" dirty="0" smtClean="0"/>
              <a:t>(    </a:t>
            </a:r>
          </a:p>
          <a:p>
            <a:pPr marL="0" indent="0">
              <a:buNone/>
            </a:pPr>
            <a:r>
              <a:rPr lang="en-IN" dirty="0" smtClean="0"/>
              <a:t>	kind="line",    </a:t>
            </a:r>
          </a:p>
          <a:p>
            <a:pPr marL="0" indent="0">
              <a:buNone/>
            </a:pPr>
            <a:r>
              <a:rPr lang="en-IN" dirty="0" smtClean="0"/>
              <a:t>	marker="o",    </a:t>
            </a:r>
          </a:p>
          <a:p>
            <a:pPr marL="0" indent="0">
              <a:buNone/>
            </a:pPr>
            <a:r>
              <a:rPr lang="en-IN" dirty="0" smtClean="0"/>
              <a:t>	title="Company Sales Trend (2020-2024)“</a:t>
            </a:r>
          </a:p>
          <a:p>
            <a:pPr marL="0" indent="0">
              <a:buNone/>
            </a:pPr>
            <a:r>
              <a:rPr lang="en-IN" dirty="0" smtClean="0"/>
              <a:t>)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plt.xlabel</a:t>
            </a:r>
            <a:r>
              <a:rPr lang="en-IN" dirty="0" smtClean="0"/>
              <a:t>("Year")</a:t>
            </a:r>
          </a:p>
          <a:p>
            <a:pPr marL="0" indent="0">
              <a:buNone/>
            </a:pPr>
            <a:r>
              <a:rPr lang="en-IN" dirty="0" err="1" smtClean="0"/>
              <a:t>plt.ylabel</a:t>
            </a:r>
            <a:r>
              <a:rPr lang="en-IN" dirty="0" smtClean="0"/>
              <a:t>("Total Sales")</a:t>
            </a:r>
          </a:p>
          <a:p>
            <a:pPr marL="0" indent="0">
              <a:buNone/>
            </a:pPr>
            <a:r>
              <a:rPr lang="en-IN" dirty="0" err="1" smtClean="0"/>
              <a:t>plt.grid</a:t>
            </a:r>
            <a:r>
              <a:rPr lang="en-IN" dirty="0" smtClean="0"/>
              <a:t>(True)</a:t>
            </a:r>
          </a:p>
          <a:p>
            <a:pPr marL="0" indent="0">
              <a:buNone/>
            </a:pPr>
            <a:r>
              <a:rPr lang="en-IN" dirty="0" err="1" smtClean="0"/>
              <a:t>plt.show</a:t>
            </a:r>
            <a:r>
              <a:rPr lang="en-IN" dirty="0" smtClean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812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Task 10: Create Regional Sales Comparison Bar Chart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 smtClean="0"/>
              <a:t>region_sales.plot</a:t>
            </a:r>
            <a:r>
              <a:rPr lang="en-US" dirty="0" smtClean="0"/>
              <a:t>(    </a:t>
            </a:r>
          </a:p>
          <a:p>
            <a:pPr marL="0" indent="0">
              <a:buNone/>
            </a:pPr>
            <a:r>
              <a:rPr lang="en-US" dirty="0" smtClean="0"/>
              <a:t>	kind="bar",    </a:t>
            </a:r>
          </a:p>
          <a:p>
            <a:pPr marL="0" indent="0">
              <a:buNone/>
            </a:pPr>
            <a:r>
              <a:rPr lang="en-US" dirty="0" smtClean="0"/>
              <a:t>	title="Average Sales by Region“</a:t>
            </a:r>
          </a:p>
          <a:p>
            <a:pPr marL="0" indent="0">
              <a:buNone/>
            </a:pP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plt.xlabel</a:t>
            </a:r>
            <a:r>
              <a:rPr lang="en-US" dirty="0" smtClean="0"/>
              <a:t>("Region")</a:t>
            </a:r>
          </a:p>
          <a:p>
            <a:pPr marL="0" indent="0">
              <a:buNone/>
            </a:pPr>
            <a:r>
              <a:rPr lang="en-US" dirty="0" err="1" smtClean="0"/>
              <a:t>plt.ylabel</a:t>
            </a:r>
            <a:r>
              <a:rPr lang="en-US" dirty="0" smtClean="0"/>
              <a:t>("Average Sales")</a:t>
            </a:r>
          </a:p>
          <a:p>
            <a:pPr marL="0" indent="0">
              <a:buNone/>
            </a:pPr>
            <a:r>
              <a:rPr lang="en-US" dirty="0" err="1" smtClean="0"/>
              <a:t>plt.show</a:t>
            </a:r>
            <a:r>
              <a:rPr lang="en-US" dirty="0" smtClean="0"/>
              <a:t>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4322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03812"/>
            <a:ext cx="3168352" cy="6616490"/>
          </a:xfrm>
        </p:spPr>
      </p:pic>
    </p:spTree>
    <p:extLst>
      <p:ext uri="{BB962C8B-B14F-4D97-AF65-F5344CB8AC3E}">
        <p14:creationId xmlns:p14="http://schemas.microsoft.com/office/powerpoint/2010/main" val="1730968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git</a:t>
            </a:r>
            <a:r>
              <a:rPr lang="en-US" dirty="0" smtClean="0"/>
              <a:t> clone </a:t>
            </a:r>
            <a:r>
              <a:rPr lang="en-US" dirty="0" smtClean="0">
                <a:hlinkClick r:id="rId2"/>
              </a:rPr>
              <a:t>https://github.com/codingacharya/assignment3.git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cd assignment3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pip install -r requirements.txt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streamlit</a:t>
            </a:r>
            <a:r>
              <a:rPr lang="en-US" dirty="0" smtClean="0"/>
              <a:t> run app3.py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or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python assignment3.py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18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741</Words>
  <Application>Microsoft Office PowerPoint</Application>
  <PresentationFormat>On-screen Show (4:3)</PresentationFormat>
  <Paragraphs>349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BOOTCAMP</vt:lpstr>
      <vt:lpstr>Day 3: Spreadsheet Mastery — Loading, Cleaning &amp; Visualizing Data</vt:lpstr>
      <vt:lpstr>Load a CSV File</vt:lpstr>
      <vt:lpstr>2. Data Manipulation &amp; Cleaning</vt:lpstr>
      <vt:lpstr>Remove Duplicate Rows</vt:lpstr>
      <vt:lpstr>3. Group Summaries using GroupBy</vt:lpstr>
      <vt:lpstr>Average Salary by Department</vt:lpstr>
      <vt:lpstr>4. Instant Trend Charts with Matplotlib</vt:lpstr>
      <vt:lpstr>Line Graph (Trend Over Time)</vt:lpstr>
      <vt:lpstr>Line Graph (Trend Over Time)</vt:lpstr>
      <vt:lpstr>Bar Chart (Category Comparison)</vt:lpstr>
      <vt:lpstr>PowerPoint Presentation</vt:lpstr>
      <vt:lpstr>Total code</vt:lpstr>
      <vt:lpstr>Employees.csv</vt:lpstr>
      <vt:lpstr>Sample Dataset for practice</vt:lpstr>
      <vt:lpstr>Tasks</vt:lpstr>
      <vt:lpstr>Step 1: Load the File</vt:lpstr>
      <vt:lpstr>Step 2: Display First 5 Rows</vt:lpstr>
      <vt:lpstr>Step 5: Remove Duplicate Rows</vt:lpstr>
      <vt:lpstr>Total code</vt:lpstr>
      <vt:lpstr>Assignment: The 5-Year Corporate Sales Audit &amp; Performance Trend Dashboard</vt:lpstr>
      <vt:lpstr>Task 2: Inspect Dataset Structure</vt:lpstr>
      <vt:lpstr>Task 5: Remove Duplicate Records</vt:lpstr>
      <vt:lpstr>Task 8: Total Sales by Year</vt:lpstr>
      <vt:lpstr>Task 10: Create Regional Sales Comparison Bar Chart</vt:lpstr>
      <vt:lpstr> </vt:lpstr>
      <vt:lpstr>Git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</dc:title>
  <dc:creator>ACE</dc:creator>
  <cp:lastModifiedBy>ACE</cp:lastModifiedBy>
  <cp:revision>13</cp:revision>
  <dcterms:created xsi:type="dcterms:W3CDTF">2026-06-15T06:53:10Z</dcterms:created>
  <dcterms:modified xsi:type="dcterms:W3CDTF">2026-06-15T08:14:50Z</dcterms:modified>
</cp:coreProperties>
</file>