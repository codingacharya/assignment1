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00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17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62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9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83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0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35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7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4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6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2763F-53BE-4ACB-9FE8-A8B1C44210B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75DD7-C8C7-447F-A3AE-4EA3463C0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9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ingacharya/assignment1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70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1: Foundational Python Layouts for Data Handling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python and install</a:t>
            </a:r>
          </a:p>
          <a:p>
            <a:r>
              <a:rPr lang="en-IN" dirty="0" smtClean="0">
                <a:hlinkClick r:id="rId2"/>
              </a:rPr>
              <a:t>https://www.python.org/downloads/</a:t>
            </a:r>
            <a:endParaRPr lang="en-IN" dirty="0" smtClean="0"/>
          </a:p>
          <a:p>
            <a:r>
              <a:rPr lang="en-US" dirty="0" smtClean="0"/>
              <a:t>Prefer 64bit while downloading python</a:t>
            </a:r>
            <a:endParaRPr lang="en-IN" dirty="0" smtClean="0"/>
          </a:p>
          <a:p>
            <a:r>
              <a:rPr lang="en-US" dirty="0" smtClean="0"/>
              <a:t>3.9 version is better for deep learning projects to install </a:t>
            </a:r>
            <a:r>
              <a:rPr lang="en-US" dirty="0" err="1" smtClean="0"/>
              <a:t>tensorflow</a:t>
            </a:r>
            <a:r>
              <a:rPr lang="en-US" dirty="0" smtClean="0"/>
              <a:t> and </a:t>
            </a:r>
            <a:r>
              <a:rPr lang="en-US" dirty="0" err="1" smtClean="0"/>
              <a:t>opencv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191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Install </a:t>
            </a:r>
            <a:r>
              <a:rPr lang="en-IN" dirty="0" err="1" smtClean="0"/>
              <a:t>Jupyter</a:t>
            </a:r>
            <a:r>
              <a:rPr lang="en-IN" dirty="0" smtClean="0"/>
              <a:t> Notebook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CMD(Command Prompt)</a:t>
            </a:r>
          </a:p>
          <a:p>
            <a:r>
              <a:rPr lang="en-US" dirty="0" smtClean="0"/>
              <a:t>Enter python –version to check python version in windows</a:t>
            </a:r>
          </a:p>
          <a:p>
            <a:r>
              <a:rPr lang="en-US" dirty="0" smtClean="0"/>
              <a:t>Then install libraries like</a:t>
            </a:r>
          </a:p>
          <a:p>
            <a:r>
              <a:rPr lang="en-IN" dirty="0" smtClean="0"/>
              <a:t>pip install notebook</a:t>
            </a:r>
          </a:p>
          <a:p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721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Variables &amp;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the variables store values</a:t>
            </a:r>
          </a:p>
          <a:p>
            <a:pPr marL="0" indent="0">
              <a:buNone/>
            </a:pPr>
            <a:r>
              <a:rPr lang="en-US" dirty="0" smtClean="0"/>
              <a:t>name = "John”</a:t>
            </a:r>
          </a:p>
          <a:p>
            <a:pPr marL="0" indent="0">
              <a:buNone/>
            </a:pPr>
            <a:r>
              <a:rPr lang="en-US" dirty="0" smtClean="0"/>
              <a:t>age = 25</a:t>
            </a:r>
          </a:p>
          <a:p>
            <a:pPr marL="0" indent="0">
              <a:buNone/>
            </a:pPr>
            <a:r>
              <a:rPr lang="en-US" dirty="0" smtClean="0"/>
              <a:t>salary = 50000</a:t>
            </a:r>
          </a:p>
          <a:p>
            <a:pPr marL="0" indent="0">
              <a:buNone/>
            </a:pPr>
            <a:r>
              <a:rPr lang="en-US" dirty="0" smtClean="0"/>
              <a:t>print(name)</a:t>
            </a:r>
          </a:p>
          <a:p>
            <a:pPr marL="0" indent="0">
              <a:buNone/>
            </a:pPr>
            <a:r>
              <a:rPr lang="en-US" dirty="0" smtClean="0"/>
              <a:t>print(age)</a:t>
            </a:r>
          </a:p>
          <a:p>
            <a:pPr marL="0" indent="0">
              <a:buNone/>
            </a:pPr>
            <a:r>
              <a:rPr lang="en-US" dirty="0" smtClean="0"/>
              <a:t>print(salary)</a:t>
            </a:r>
          </a:p>
        </p:txBody>
      </p:sp>
    </p:spTree>
    <p:extLst>
      <p:ext uri="{BB962C8B-B14F-4D97-AF65-F5344CB8AC3E}">
        <p14:creationId xmlns:p14="http://schemas.microsoft.com/office/powerpoint/2010/main" val="36864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marks = [80, 75, 90, 88]</a:t>
            </a:r>
          </a:p>
          <a:p>
            <a:pPr marL="0" indent="0">
              <a:buNone/>
            </a:pPr>
            <a:r>
              <a:rPr lang="en-US" dirty="0" smtClean="0"/>
              <a:t>print(marks)</a:t>
            </a:r>
          </a:p>
          <a:p>
            <a:pPr marL="0" indent="0">
              <a:buNone/>
            </a:pPr>
            <a:r>
              <a:rPr lang="en-US" dirty="0" smtClean="0"/>
              <a:t>print(marks[0])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07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Dictionaries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student = {    </a:t>
            </a:r>
          </a:p>
          <a:p>
            <a:pPr marL="0" indent="0">
              <a:buNone/>
            </a:pPr>
            <a:r>
              <a:rPr lang="en-US" dirty="0" smtClean="0"/>
              <a:t>"name": "John",    </a:t>
            </a:r>
          </a:p>
          <a:p>
            <a:pPr marL="0" indent="0">
              <a:buNone/>
            </a:pPr>
            <a:r>
              <a:rPr lang="en-US" dirty="0" smtClean="0"/>
              <a:t>"age": 20,    </a:t>
            </a:r>
          </a:p>
          <a:p>
            <a:pPr marL="0" indent="0">
              <a:buNone/>
            </a:pPr>
            <a:r>
              <a:rPr lang="en-US" dirty="0" smtClean="0"/>
              <a:t>"course": "Data Science"}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print(student["name"])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83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for bank account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customer = "Alice“</a:t>
            </a:r>
          </a:p>
          <a:p>
            <a:pPr marL="0" indent="0">
              <a:buNone/>
            </a:pPr>
            <a:r>
              <a:rPr lang="en-US" dirty="0" smtClean="0"/>
              <a:t>balance = 15000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print("Customer:", customer)</a:t>
            </a:r>
          </a:p>
          <a:p>
            <a:pPr marL="0" indent="0">
              <a:buNone/>
            </a:pPr>
            <a:r>
              <a:rPr lang="en-US" dirty="0" smtClean="0"/>
              <a:t>print("Balance:", balance)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81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Looping Through Datasets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sales = [100, 200, 150, 300]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sale in sales:    </a:t>
            </a:r>
          </a:p>
          <a:p>
            <a:pPr marL="0" indent="0">
              <a:buNone/>
            </a:pPr>
            <a:r>
              <a:rPr lang="en-US" dirty="0" smtClean="0"/>
              <a:t>	print(sale)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38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Calculate total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sales = [100, 200, 150, 300]</a:t>
            </a:r>
          </a:p>
          <a:p>
            <a:pPr marL="0" indent="0">
              <a:buNone/>
            </a:pPr>
            <a:r>
              <a:rPr lang="en-US" dirty="0" smtClean="0"/>
              <a:t>total 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sale in sales:    </a:t>
            </a:r>
          </a:p>
          <a:p>
            <a:pPr marL="0" indent="0">
              <a:buNone/>
            </a:pPr>
            <a:r>
              <a:rPr lang="en-US" dirty="0" smtClean="0"/>
              <a:t>	total += sale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print("Total Sales:", total)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15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count = 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while count &lt;= 5:    </a:t>
            </a:r>
          </a:p>
          <a:p>
            <a:pPr marL="0" indent="0">
              <a:buNone/>
            </a:pPr>
            <a:r>
              <a:rPr lang="en-US" dirty="0" smtClean="0"/>
              <a:t>	print(count)    </a:t>
            </a:r>
          </a:p>
          <a:p>
            <a:pPr marL="0" indent="0">
              <a:buNone/>
            </a:pPr>
            <a:r>
              <a:rPr lang="en-US" dirty="0" smtClean="0"/>
              <a:t>	count +=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95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logic filter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age = 20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age &gt;= 18:    </a:t>
            </a:r>
          </a:p>
          <a:p>
            <a:pPr marL="0" indent="0">
              <a:buNone/>
            </a:pPr>
            <a:r>
              <a:rPr lang="en-US" dirty="0" smtClean="0"/>
              <a:t>	print("Adult")</a:t>
            </a:r>
          </a:p>
          <a:p>
            <a:pPr marL="0" indent="0">
              <a:buNone/>
            </a:pPr>
            <a:r>
              <a:rPr lang="en-US" dirty="0" smtClean="0"/>
              <a:t>else: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print("Minor")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65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Filtering dataset values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marks = [45, 78, 30, 90, 60]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 mark in marks:    </a:t>
            </a:r>
          </a:p>
          <a:p>
            <a:pPr marL="0" indent="0">
              <a:buNone/>
            </a:pPr>
            <a:r>
              <a:rPr lang="en-IN" dirty="0" smtClean="0"/>
              <a:t>	if mark &gt;= 50:        </a:t>
            </a:r>
          </a:p>
          <a:p>
            <a:pPr marL="0" indent="0">
              <a:buNone/>
            </a:pPr>
            <a:r>
              <a:rPr lang="en-IN" dirty="0" smtClean="0"/>
              <a:t>		print(mark, "Pass")    </a:t>
            </a:r>
          </a:p>
          <a:p>
            <a:pPr marL="0" indent="0">
              <a:buNone/>
            </a:pPr>
            <a:r>
              <a:rPr lang="en-IN" dirty="0" smtClean="0"/>
              <a:t>	else:        </a:t>
            </a:r>
          </a:p>
          <a:p>
            <a:pPr marL="0" indent="0">
              <a:buNone/>
            </a:pPr>
            <a:r>
              <a:rPr lang="en-IN" dirty="0" smtClean="0"/>
              <a:t>		print(mark, "Fail")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978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Skip Values Using continue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numbers = [10, -5, 20, -3, 15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 err="1"/>
              <a:t>num</a:t>
            </a:r>
            <a:r>
              <a:rPr lang="en-US" dirty="0"/>
              <a:t> in numbers: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if </a:t>
            </a:r>
            <a:r>
              <a:rPr lang="en-US" dirty="0" err="1"/>
              <a:t>num</a:t>
            </a:r>
            <a:r>
              <a:rPr lang="en-US" dirty="0"/>
              <a:t> &lt; 0:    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continue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print(</a:t>
            </a:r>
            <a:r>
              <a:rPr lang="en-US" dirty="0" err="1" smtClean="0"/>
              <a:t>num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47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Flag Suspicious Transactions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transactions = [500, 2000, 15000, 800, 25000]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amount in transactions: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if amount &gt; 10000: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print(amount, "Suspicious")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else: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print(amount, "Normal")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119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Mini Project: Student Marks Analyzer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marks = [78, 45, 90, 67, 34, 88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total </a:t>
            </a:r>
            <a:r>
              <a:rPr lang="en-US" dirty="0"/>
              <a:t>= </a:t>
            </a:r>
            <a:r>
              <a:rPr lang="en-US" dirty="0" smtClean="0"/>
              <a:t>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/>
              <a:t>mark in marks: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total </a:t>
            </a:r>
            <a:r>
              <a:rPr lang="en-US" dirty="0"/>
              <a:t>+= </a:t>
            </a:r>
            <a:r>
              <a:rPr lang="en-US" dirty="0" smtClean="0"/>
              <a:t>mark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average </a:t>
            </a:r>
            <a:r>
              <a:rPr lang="en-US" dirty="0"/>
              <a:t>= total / </a:t>
            </a:r>
            <a:r>
              <a:rPr lang="en-US" dirty="0" err="1"/>
              <a:t>len</a:t>
            </a:r>
            <a:r>
              <a:rPr lang="en-US" dirty="0"/>
              <a:t>(marks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("Average:", average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/>
              <a:t>mark in marks: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if </a:t>
            </a:r>
            <a:r>
              <a:rPr lang="en-US" dirty="0"/>
              <a:t>mark &gt;= 50:    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print(mark</a:t>
            </a:r>
            <a:r>
              <a:rPr lang="en-US" dirty="0"/>
              <a:t>, "Pass")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else</a:t>
            </a:r>
            <a:r>
              <a:rPr lang="en-US" dirty="0"/>
              <a:t>:    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print(mark</a:t>
            </a:r>
            <a:r>
              <a:rPr lang="en-US" dirty="0"/>
              <a:t>, "Fail")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358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 Project: Student Marks Analyzer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928" y="1556792"/>
            <a:ext cx="4216328" cy="5085842"/>
          </a:xfrm>
        </p:spPr>
      </p:pic>
    </p:spTree>
    <p:extLst>
      <p:ext uri="{BB962C8B-B14F-4D97-AF65-F5344CB8AC3E}">
        <p14:creationId xmlns:p14="http://schemas.microsoft.com/office/powerpoint/2010/main" val="3189242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Task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# Store Name, Age, and City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name = "Rahul“</a:t>
            </a:r>
          </a:p>
          <a:p>
            <a:pPr marL="0" indent="0">
              <a:buNone/>
            </a:pPr>
            <a:r>
              <a:rPr lang="en-US" dirty="0" smtClean="0"/>
              <a:t>age = 22</a:t>
            </a:r>
          </a:p>
          <a:p>
            <a:pPr marL="0" indent="0">
              <a:buNone/>
            </a:pPr>
            <a:r>
              <a:rPr lang="en-US" dirty="0" smtClean="0"/>
              <a:t>city = "Hyderabad“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Print the values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print("Name:", name)</a:t>
            </a:r>
          </a:p>
          <a:p>
            <a:pPr marL="0" indent="0">
              <a:buNone/>
            </a:pPr>
            <a:r>
              <a:rPr lang="en-US" dirty="0" smtClean="0"/>
              <a:t>print("Age:", age)</a:t>
            </a:r>
          </a:p>
          <a:p>
            <a:pPr marL="0" indent="0">
              <a:buNone/>
            </a:pPr>
            <a:r>
              <a:rPr lang="en-US" dirty="0" smtClean="0"/>
              <a:t>print("City:", city)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15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# Create a list of 10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numbers = [10, 20, 30, 40, 50, 60, 70, 80, 90, 100]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Calculate the sum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total = sum(numbers)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Print the list and the sum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print("Numbers:", numbers)</a:t>
            </a:r>
          </a:p>
          <a:p>
            <a:pPr marL="0" indent="0">
              <a:buNone/>
            </a:pPr>
            <a:r>
              <a:rPr lang="en-US" dirty="0" smtClean="0"/>
              <a:t>print("Sum:", total)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67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with for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numbers = [10, 20, 30, 40, 50, 60, 70, 80, 90, 100]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total = 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 err="1" smtClean="0"/>
              <a:t>num</a:t>
            </a:r>
            <a:r>
              <a:rPr lang="en-US" dirty="0" smtClean="0"/>
              <a:t> in numbers:    </a:t>
            </a:r>
          </a:p>
          <a:p>
            <a:pPr marL="0" indent="0">
              <a:buNone/>
            </a:pPr>
            <a:r>
              <a:rPr lang="en-US" dirty="0" smtClean="0"/>
              <a:t>	total += </a:t>
            </a:r>
            <a:r>
              <a:rPr lang="en-US" dirty="0" err="1" smtClean="0"/>
              <a:t>num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print("Sum:", total)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966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# Create a student dictionary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student = {    </a:t>
            </a:r>
          </a:p>
          <a:p>
            <a:pPr marL="0" indent="0">
              <a:buNone/>
            </a:pPr>
            <a:r>
              <a:rPr lang="en-US" dirty="0" smtClean="0"/>
              <a:t>"Name": "Rahul",    </a:t>
            </a:r>
          </a:p>
          <a:p>
            <a:pPr marL="0" indent="0">
              <a:buNone/>
            </a:pPr>
            <a:r>
              <a:rPr lang="en-US" dirty="0" smtClean="0"/>
              <a:t>"Roll Number": 101,    </a:t>
            </a:r>
          </a:p>
          <a:p>
            <a:pPr marL="0" indent="0">
              <a:buNone/>
            </a:pPr>
            <a:r>
              <a:rPr lang="en-US" dirty="0" smtClean="0"/>
              <a:t>"Course": "Data Science"}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Display the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print("Name:", student["Name"])</a:t>
            </a:r>
          </a:p>
          <a:p>
            <a:pPr marL="0" indent="0">
              <a:buNone/>
            </a:pPr>
            <a:r>
              <a:rPr lang="en-US" dirty="0" smtClean="0"/>
              <a:t>print("Roll Number:", student["Roll Number"])</a:t>
            </a:r>
          </a:p>
          <a:p>
            <a:pPr marL="0" indent="0">
              <a:buNone/>
            </a:pPr>
            <a:r>
              <a:rPr lang="en-US" dirty="0" smtClean="0"/>
              <a:t>print("Course:", student["Course"])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80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# List of salaries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salaries = [25000, 40000, 35000, 50000, 45000]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Find the highest salary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highest_salary</a:t>
            </a:r>
            <a:r>
              <a:rPr lang="en-US" dirty="0" smtClean="0"/>
              <a:t> = salaries[0]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salary in salaries:    </a:t>
            </a:r>
          </a:p>
          <a:p>
            <a:pPr marL="0" indent="0">
              <a:buNone/>
            </a:pPr>
            <a:r>
              <a:rPr lang="en-US" dirty="0" smtClean="0"/>
              <a:t>	if salary &gt; </a:t>
            </a:r>
            <a:r>
              <a:rPr lang="en-US" dirty="0" err="1" smtClean="0"/>
              <a:t>highest_salary</a:t>
            </a:r>
            <a:r>
              <a:rPr lang="en-US" dirty="0" smtClean="0"/>
              <a:t>: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highest_salary</a:t>
            </a:r>
            <a:r>
              <a:rPr lang="en-US" dirty="0" smtClean="0"/>
              <a:t> = salary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print("Highest Salary:", </a:t>
            </a:r>
            <a:r>
              <a:rPr lang="en-US" dirty="0" err="1" smtClean="0"/>
              <a:t>highest_salary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35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Alternate method for task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salaries = [25000, 40000, 35000, 50000, 45000]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print("Highest Salary:", max(salaries))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751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# List of scores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scores = [45, 78, 23, 89, 90, 55]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Check each 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score in scores:    </a:t>
            </a:r>
          </a:p>
          <a:p>
            <a:pPr marL="0" indent="0">
              <a:buNone/>
            </a:pPr>
            <a:r>
              <a:rPr lang="en-US" dirty="0" smtClean="0"/>
              <a:t>	if score &gt;= 50: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print(score, "- Pass")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else: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print(score, "- Fail")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700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/>
              <a:t>git</a:t>
            </a:r>
            <a:r>
              <a:rPr lang="en-US" sz="2400" dirty="0"/>
              <a:t> clone </a:t>
            </a:r>
            <a:r>
              <a:rPr lang="en-US" sz="2400" dirty="0">
                <a:hlinkClick r:id="rId2"/>
              </a:rPr>
              <a:t>https://github.com/codingacharya/assignment1.git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cd </a:t>
            </a:r>
            <a:r>
              <a:rPr lang="en-US" sz="2400" dirty="0"/>
              <a:t>assignment1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pip </a:t>
            </a:r>
            <a:r>
              <a:rPr lang="en-US" sz="2400" dirty="0"/>
              <a:t>install -r requirements.txt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python </a:t>
            </a:r>
            <a:r>
              <a:rPr lang="en-US" sz="2400" dirty="0"/>
              <a:t>assignment1.py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11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628</Words>
  <Application>Microsoft Office PowerPoint</Application>
  <PresentationFormat>On-screen Show (4:3)</PresentationFormat>
  <Paragraphs>192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BOOTCAMP</vt:lpstr>
      <vt:lpstr>Day 1: Foundational Python Layouts for Data Handling</vt:lpstr>
      <vt:lpstr>Install Jupyter Notebook</vt:lpstr>
      <vt:lpstr>Variables &amp; Containers</vt:lpstr>
      <vt:lpstr>Lists</vt:lpstr>
      <vt:lpstr>Dictionaries</vt:lpstr>
      <vt:lpstr>Example for bank account</vt:lpstr>
      <vt:lpstr>Looping Through Datasets</vt:lpstr>
      <vt:lpstr>Calculate total sales</vt:lpstr>
      <vt:lpstr>While loop</vt:lpstr>
      <vt:lpstr>Conditional logic filter</vt:lpstr>
      <vt:lpstr>Filtering dataset values</vt:lpstr>
      <vt:lpstr>Skip Values Using continue</vt:lpstr>
      <vt:lpstr>Flag Suspicious Transactions</vt:lpstr>
      <vt:lpstr>Mini Project: Student Marks Analyzer</vt:lpstr>
      <vt:lpstr>Mini Project: Student Marks Analyzer</vt:lpstr>
      <vt:lpstr>Task 1</vt:lpstr>
      <vt:lpstr>Task 2</vt:lpstr>
      <vt:lpstr>Task 2 with for loop</vt:lpstr>
      <vt:lpstr>Task 3</vt:lpstr>
      <vt:lpstr>Task 4</vt:lpstr>
      <vt:lpstr>Alternate method for task 4</vt:lpstr>
      <vt:lpstr>Task 5</vt:lpstr>
      <vt:lpstr>Assignment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23</cp:revision>
  <dcterms:created xsi:type="dcterms:W3CDTF">2026-06-12T07:04:00Z</dcterms:created>
  <dcterms:modified xsi:type="dcterms:W3CDTF">2026-06-16T11:02:29Z</dcterms:modified>
</cp:coreProperties>
</file>