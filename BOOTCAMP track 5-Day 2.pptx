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196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32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32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04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62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2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34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60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44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5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39C3C-C92A-4579-81BC-51296AA645DD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0BC04-0059-4B29-8A54-AC1A50B10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BOOTCAMP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</a:p>
          <a:p>
            <a:r>
              <a:rPr lang="en-US" dirty="0" smtClean="0"/>
              <a:t>TOPIC : DATA INTELLIGENCE AND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743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Day 2: Structured Data Grids with </a:t>
            </a:r>
            <a:r>
              <a:rPr lang="en-US" dirty="0" err="1" smtClean="0"/>
              <a:t>NumPy</a:t>
            </a:r>
            <a:r>
              <a:rPr lang="en-US" dirty="0" smtClean="0"/>
              <a:t> Array Layouts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/>
              <a:t>1. Introduction to Numerical Arrays</a:t>
            </a:r>
          </a:p>
          <a:p>
            <a:pPr marL="0" indent="0" algn="just">
              <a:buNone/>
            </a:pPr>
            <a:r>
              <a:rPr lang="en-US" dirty="0" smtClean="0"/>
              <a:t>When working with small datasets, Python lists are convenient. However, with millions of records, lists become slower because each element is stored as a separate Python object, requiring more memory and processing time.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numbers = [1, 2, 3, 4, 5]</a:t>
            </a:r>
          </a:p>
          <a:p>
            <a:pPr marL="0" indent="0">
              <a:buNone/>
            </a:pPr>
            <a:r>
              <a:rPr lang="en-US" dirty="0" smtClean="0"/>
              <a:t>print(numbers)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16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Creating a </a:t>
            </a:r>
            <a:r>
              <a:rPr lang="en-IN" dirty="0" err="1" smtClean="0"/>
              <a:t>NumPy</a:t>
            </a:r>
            <a:r>
              <a:rPr lang="en-IN" dirty="0" smtClean="0"/>
              <a:t> Array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</a:t>
            </a:r>
            <a:r>
              <a:rPr lang="en-US" dirty="0" err="1" smtClean="0"/>
              <a:t>np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arr</a:t>
            </a:r>
            <a:r>
              <a:rPr lang="en-US" dirty="0" smtClean="0"/>
              <a:t> = </a:t>
            </a:r>
            <a:r>
              <a:rPr lang="en-US" dirty="0" err="1" smtClean="0"/>
              <a:t>np.array</a:t>
            </a:r>
            <a:r>
              <a:rPr lang="en-US" dirty="0" smtClean="0"/>
              <a:t>([1, 2, 3, 4, 5])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arr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Benefits of </a:t>
            </a:r>
            <a:r>
              <a:rPr lang="en-US" b="1" dirty="0" err="1" smtClean="0"/>
              <a:t>NumPy</a:t>
            </a:r>
            <a:r>
              <a:rPr lang="en-US" b="1" dirty="0" smtClean="0"/>
              <a:t> Arrays</a:t>
            </a:r>
          </a:p>
          <a:p>
            <a:r>
              <a:rPr lang="en-US" dirty="0" smtClean="0"/>
              <a:t>Faster computations </a:t>
            </a:r>
          </a:p>
          <a:p>
            <a:r>
              <a:rPr lang="en-US" dirty="0" smtClean="0"/>
              <a:t>Less memory usage </a:t>
            </a:r>
          </a:p>
          <a:p>
            <a:r>
              <a:rPr lang="en-US" dirty="0" smtClean="0"/>
              <a:t>Supports multidimensional data </a:t>
            </a:r>
          </a:p>
          <a:p>
            <a:r>
              <a:rPr lang="en-US" dirty="0" err="1" smtClean="0"/>
              <a:t>Vectorized</a:t>
            </a:r>
            <a:r>
              <a:rPr lang="en-US" dirty="0" smtClean="0"/>
              <a:t> operations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26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 Array Shapes &amp; Dimensions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1D Array (Single Row of Data)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 smtClean="0"/>
              <a:t>numpy</a:t>
            </a:r>
            <a:r>
              <a:rPr lang="en-IN" dirty="0" smtClean="0"/>
              <a:t> as </a:t>
            </a:r>
            <a:r>
              <a:rPr lang="en-IN" dirty="0" err="1" smtClean="0"/>
              <a:t>np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sales = </a:t>
            </a:r>
            <a:r>
              <a:rPr lang="en-IN" dirty="0" err="1" smtClean="0"/>
              <a:t>np.array</a:t>
            </a:r>
            <a:r>
              <a:rPr lang="en-IN" dirty="0" smtClean="0"/>
              <a:t>([100, 200, 300, 400, 500])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print(sales)</a:t>
            </a:r>
          </a:p>
          <a:p>
            <a:pPr marL="0" indent="0">
              <a:buNone/>
            </a:pPr>
            <a:r>
              <a:rPr lang="en-IN" dirty="0" smtClean="0"/>
              <a:t>print("Shape:", </a:t>
            </a:r>
            <a:r>
              <a:rPr lang="en-IN" dirty="0" err="1" smtClean="0"/>
              <a:t>sales.shape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print("Dimensions:", </a:t>
            </a:r>
            <a:r>
              <a:rPr lang="en-IN" dirty="0" err="1" smtClean="0"/>
              <a:t>sales.ndim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073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2D Array (Tabular Grid)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data = </a:t>
            </a:r>
            <a:r>
              <a:rPr lang="en-IN" dirty="0" err="1" smtClean="0"/>
              <a:t>np.array</a:t>
            </a:r>
            <a:r>
              <a:rPr lang="en-IN" dirty="0" smtClean="0"/>
              <a:t>([   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[100, 120, 130],   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[150, 160, 180],   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[200, 220, 250]</a:t>
            </a:r>
          </a:p>
          <a:p>
            <a:pPr marL="0" indent="0">
              <a:buNone/>
            </a:pPr>
            <a:r>
              <a:rPr lang="en-IN" dirty="0" smtClean="0"/>
              <a:t>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print(data)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26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Checking Shape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data.shape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Number of Dimensions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data.ndim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89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 Slicing Columns &amp; Rows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array[row, column]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Accessing a Single Element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print(data[1, 2])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Extracting a Row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print(data[0])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Extracting a Column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print(data[:, 1])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553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Multiple Rows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print(data[0:2])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dirty="0" smtClean="0"/>
              <a:t>Multiple Columns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print(data[:, 0:2])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Last Row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print(data[-1])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Last Column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print(data[:, -1])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47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4. </a:t>
            </a:r>
            <a:r>
              <a:rPr lang="en-IN" dirty="0" err="1" smtClean="0"/>
              <a:t>Vectorized</a:t>
            </a:r>
            <a:r>
              <a:rPr lang="en-IN" dirty="0" smtClean="0"/>
              <a:t> Math Shortcuts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Without </a:t>
            </a:r>
            <a:r>
              <a:rPr lang="en-IN" b="1" dirty="0" err="1" smtClean="0"/>
              <a:t>NumPy</a:t>
            </a:r>
            <a:r>
              <a:rPr lang="en-IN" b="1" dirty="0" smtClean="0"/>
              <a:t> (Slow Loop)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prices = [100, 200, 300, 400]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new_prices</a:t>
            </a:r>
            <a:r>
              <a:rPr lang="en-US" dirty="0" smtClean="0"/>
              <a:t> = []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p in prices: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new_prices.append</a:t>
            </a:r>
            <a:r>
              <a:rPr lang="en-US" dirty="0" smtClean="0"/>
              <a:t>(p * 1.1)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new_prices</a:t>
            </a:r>
            <a:r>
              <a:rPr lang="en-US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3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With </a:t>
            </a:r>
            <a:r>
              <a:rPr lang="en-IN" dirty="0" err="1" smtClean="0"/>
              <a:t>NumPy</a:t>
            </a:r>
            <a:r>
              <a:rPr lang="en-IN" dirty="0" smtClean="0"/>
              <a:t> (</a:t>
            </a:r>
            <a:r>
              <a:rPr lang="en-IN" dirty="0" err="1" smtClean="0"/>
              <a:t>Vectorized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prices = </a:t>
            </a:r>
            <a:r>
              <a:rPr lang="en-US" dirty="0" err="1" smtClean="0"/>
              <a:t>np.array</a:t>
            </a:r>
            <a:r>
              <a:rPr lang="en-US" dirty="0" smtClean="0"/>
              <a:t>([100, 200, 300, 400])</a:t>
            </a:r>
          </a:p>
          <a:p>
            <a:pPr marL="0" indent="0">
              <a:buNone/>
            </a:pPr>
            <a:r>
              <a:rPr lang="en-US" dirty="0" err="1" smtClean="0"/>
              <a:t>new_prices</a:t>
            </a:r>
            <a:r>
              <a:rPr lang="en-US" dirty="0" smtClean="0"/>
              <a:t> = prices * 1.1</a:t>
            </a:r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new_prices</a:t>
            </a:r>
            <a:r>
              <a:rPr lang="en-US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79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a Value to Entire Column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data = </a:t>
            </a:r>
            <a:r>
              <a:rPr lang="en-IN" dirty="0" err="1" smtClean="0"/>
              <a:t>np.array</a:t>
            </a:r>
            <a:r>
              <a:rPr lang="en-IN" dirty="0" smtClean="0"/>
              <a:t>([   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[100, 120, 130],   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[150, 160, 180],   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[200, 220, 250]</a:t>
            </a:r>
          </a:p>
          <a:p>
            <a:pPr marL="0" indent="0">
              <a:buNone/>
            </a:pPr>
            <a:r>
              <a:rPr lang="en-IN" dirty="0" smtClean="0"/>
              <a:t>])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updated = data + 10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print(updated)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47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Multiply Entire Grid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print(data * 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Calculate Column Totals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data.sum</a:t>
            </a:r>
            <a:r>
              <a:rPr lang="en-IN" dirty="0" smtClean="0"/>
              <a:t>(axis=0))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Calculate Row Totals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data.sum</a:t>
            </a:r>
            <a:r>
              <a:rPr lang="en-IN" dirty="0" smtClean="0"/>
              <a:t>(axis=1))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Calculate Average of Each Column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data.mean</a:t>
            </a:r>
            <a:r>
              <a:rPr lang="en-IN" dirty="0" smtClean="0"/>
              <a:t>(axis=0))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737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Mini Practice 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</a:t>
            </a:r>
            <a:r>
              <a:rPr lang="en-US" dirty="0" err="1" smtClean="0"/>
              <a:t>np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students = </a:t>
            </a:r>
            <a:r>
              <a:rPr lang="en-US" dirty="0" err="1" smtClean="0"/>
              <a:t>np.array</a:t>
            </a:r>
            <a:r>
              <a:rPr lang="en-US" dirty="0" smtClean="0"/>
              <a:t>([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[85, 90, 88],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[78, 82, 80],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[92, 95, 94],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[70, 75, 72]])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94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Tasks</a:t>
            </a:r>
          </a:p>
          <a:p>
            <a:r>
              <a:rPr lang="en-US" dirty="0" smtClean="0"/>
              <a:t>Find the shape of the array. </a:t>
            </a:r>
          </a:p>
          <a:p>
            <a:r>
              <a:rPr lang="en-US" dirty="0" smtClean="0"/>
              <a:t>Extract the second student's marks. </a:t>
            </a:r>
          </a:p>
          <a:p>
            <a:r>
              <a:rPr lang="en-US" dirty="0" smtClean="0"/>
              <a:t>Extract all marks from the third subject. </a:t>
            </a:r>
          </a:p>
          <a:p>
            <a:r>
              <a:rPr lang="en-US" dirty="0" smtClean="0"/>
              <a:t>Add 5 bonus marks to every score. </a:t>
            </a:r>
          </a:p>
          <a:p>
            <a:r>
              <a:rPr lang="en-US" dirty="0" smtClean="0"/>
              <a:t>Find average marks for each subject.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938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print(</a:t>
            </a:r>
            <a:r>
              <a:rPr lang="en-IN" dirty="0" err="1" smtClean="0"/>
              <a:t>students.shape</a:t>
            </a:r>
            <a:r>
              <a:rPr lang="en-IN" dirty="0" smtClean="0"/>
              <a:t>)</a:t>
            </a:r>
          </a:p>
          <a:p>
            <a:r>
              <a:rPr lang="en-IN" dirty="0" smtClean="0"/>
              <a:t>print(students[1])</a:t>
            </a:r>
          </a:p>
          <a:p>
            <a:r>
              <a:rPr lang="en-IN" dirty="0" smtClean="0"/>
              <a:t>print(students[:, 2])</a:t>
            </a:r>
          </a:p>
          <a:p>
            <a:r>
              <a:rPr lang="en-IN" dirty="0" smtClean="0"/>
              <a:t>print(students + 5)</a:t>
            </a:r>
          </a:p>
          <a:p>
            <a:r>
              <a:rPr lang="en-IN" dirty="0" smtClean="0"/>
              <a:t>print(</a:t>
            </a:r>
            <a:r>
              <a:rPr lang="en-IN" dirty="0" err="1" smtClean="0"/>
              <a:t>students.mean</a:t>
            </a:r>
            <a:r>
              <a:rPr lang="en-IN" dirty="0" smtClean="0"/>
              <a:t>(axis=0))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883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388</Words>
  <Application>Microsoft Office PowerPoint</Application>
  <PresentationFormat>On-screen Show (4:3)</PresentationFormat>
  <Paragraphs>134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BOOTCAMP</vt:lpstr>
      <vt:lpstr>Day 2: Structured Data Grids with NumPy Array Layouts</vt:lpstr>
      <vt:lpstr>Creating a NumPy Array</vt:lpstr>
      <vt:lpstr>2. Array Shapes &amp; Dimensions</vt:lpstr>
      <vt:lpstr>2D Array (Tabular Grid)</vt:lpstr>
      <vt:lpstr>Checking Shape</vt:lpstr>
      <vt:lpstr>3. Slicing Columns &amp; Rows</vt:lpstr>
      <vt:lpstr>Multiple Rows</vt:lpstr>
      <vt:lpstr>4. Vectorized Math Shortcuts</vt:lpstr>
      <vt:lpstr>With NumPy (Vectorized)</vt:lpstr>
      <vt:lpstr>Add a Value to Entire Column</vt:lpstr>
      <vt:lpstr>Multiply Entire Grid</vt:lpstr>
      <vt:lpstr>Mini Practice Exercise</vt:lpstr>
      <vt:lpstr>Tasks</vt:lpstr>
      <vt:lpstr>Solutions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</dc:title>
  <dc:creator>ACE</dc:creator>
  <cp:lastModifiedBy>ACE</cp:lastModifiedBy>
  <cp:revision>7</cp:revision>
  <dcterms:created xsi:type="dcterms:W3CDTF">2026-06-15T05:23:17Z</dcterms:created>
  <dcterms:modified xsi:type="dcterms:W3CDTF">2026-06-15T06:07:57Z</dcterms:modified>
</cp:coreProperties>
</file>